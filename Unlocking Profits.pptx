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92" r:id="rId5"/>
    <p:sldId id="302" r:id="rId6"/>
    <p:sldId id="268" r:id="rId7"/>
    <p:sldId id="304" r:id="rId8"/>
    <p:sldId id="311" r:id="rId9"/>
    <p:sldId id="313" r:id="rId10"/>
    <p:sldId id="317" r:id="rId11"/>
    <p:sldId id="312" r:id="rId12"/>
    <p:sldId id="315" r:id="rId13"/>
    <p:sldId id="316" r:id="rId14"/>
    <p:sldId id="305" r:id="rId15"/>
    <p:sldId id="295" r:id="rId16"/>
    <p:sldId id="289" r:id="rId17"/>
    <p:sldId id="31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8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DD8139-F718-4020-B128-1F9F8A7741E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5E3D20-CC6F-442D-BCD0-077E8FC3BED1}">
      <dgm:prSet/>
      <dgm:spPr/>
      <dgm:t>
        <a:bodyPr/>
        <a:lstStyle/>
        <a:p>
          <a:r>
            <a:rPr lang="en-IN" b="0"/>
            <a:t>1. Problem Statement</a:t>
          </a:r>
          <a:endParaRPr lang="en-IN"/>
        </a:p>
      </dgm:t>
    </dgm:pt>
    <dgm:pt modelId="{FA8EA685-DD71-47D0-A7BA-F327FADAF0B6}" type="parTrans" cxnId="{64EC6744-06C2-4946-A243-8712D155A2DF}">
      <dgm:prSet/>
      <dgm:spPr/>
      <dgm:t>
        <a:bodyPr/>
        <a:lstStyle/>
        <a:p>
          <a:endParaRPr lang="en-IN"/>
        </a:p>
      </dgm:t>
    </dgm:pt>
    <dgm:pt modelId="{419A3501-EBEE-4DED-99F6-F8102B4C406A}" type="sibTrans" cxnId="{64EC6744-06C2-4946-A243-8712D155A2DF}">
      <dgm:prSet/>
      <dgm:spPr/>
      <dgm:t>
        <a:bodyPr/>
        <a:lstStyle/>
        <a:p>
          <a:endParaRPr lang="en-IN"/>
        </a:p>
      </dgm:t>
    </dgm:pt>
    <dgm:pt modelId="{E0D59458-03BF-4583-B72A-00E47998A80C}">
      <dgm:prSet/>
      <dgm:spPr/>
      <dgm:t>
        <a:bodyPr/>
        <a:lstStyle/>
        <a:p>
          <a:r>
            <a:rPr lang="en-IN" b="0" dirty="0"/>
            <a:t>2. Data Understanding</a:t>
          </a:r>
          <a:endParaRPr lang="en-IN" dirty="0"/>
        </a:p>
      </dgm:t>
    </dgm:pt>
    <dgm:pt modelId="{56788689-B204-4199-9B4C-103978EFD5E2}" type="parTrans" cxnId="{CA5908B1-9E95-4449-ACED-99D967A33AB2}">
      <dgm:prSet/>
      <dgm:spPr/>
      <dgm:t>
        <a:bodyPr/>
        <a:lstStyle/>
        <a:p>
          <a:endParaRPr lang="en-IN"/>
        </a:p>
      </dgm:t>
    </dgm:pt>
    <dgm:pt modelId="{ADC26EF8-1A2E-4A2E-B2EB-63B37D4C91D7}" type="sibTrans" cxnId="{CA5908B1-9E95-4449-ACED-99D967A33AB2}">
      <dgm:prSet/>
      <dgm:spPr/>
      <dgm:t>
        <a:bodyPr/>
        <a:lstStyle/>
        <a:p>
          <a:endParaRPr lang="en-IN"/>
        </a:p>
      </dgm:t>
    </dgm:pt>
    <dgm:pt modelId="{F318B03A-93B1-4AE3-BA6C-01282B1D582D}">
      <dgm:prSet/>
      <dgm:spPr/>
      <dgm:t>
        <a:bodyPr/>
        <a:lstStyle/>
        <a:p>
          <a:r>
            <a:rPr lang="en-IN" b="0" dirty="0"/>
            <a:t>3. Univariate Analysis</a:t>
          </a:r>
          <a:endParaRPr lang="en-IN" dirty="0"/>
        </a:p>
      </dgm:t>
    </dgm:pt>
    <dgm:pt modelId="{86AF85C6-CEB4-4E40-8DB0-688B1E739E2A}" type="parTrans" cxnId="{A3DFADE9-F507-433B-B72D-AFACBC5EC6BD}">
      <dgm:prSet/>
      <dgm:spPr/>
      <dgm:t>
        <a:bodyPr/>
        <a:lstStyle/>
        <a:p>
          <a:endParaRPr lang="en-IN"/>
        </a:p>
      </dgm:t>
    </dgm:pt>
    <dgm:pt modelId="{EEB61F68-A550-49AB-A98C-5E5ECA1CAD5A}" type="sibTrans" cxnId="{A3DFADE9-F507-433B-B72D-AFACBC5EC6BD}">
      <dgm:prSet/>
      <dgm:spPr/>
      <dgm:t>
        <a:bodyPr/>
        <a:lstStyle/>
        <a:p>
          <a:endParaRPr lang="en-IN"/>
        </a:p>
      </dgm:t>
    </dgm:pt>
    <dgm:pt modelId="{C4D46E94-609C-4382-9ADE-3B1E8619444D}">
      <dgm:prSet/>
      <dgm:spPr/>
      <dgm:t>
        <a:bodyPr/>
        <a:lstStyle/>
        <a:p>
          <a:r>
            <a:rPr lang="en-IN" b="0"/>
            <a:t>4. Bivariate Analysis </a:t>
          </a:r>
          <a:endParaRPr lang="en-IN"/>
        </a:p>
      </dgm:t>
    </dgm:pt>
    <dgm:pt modelId="{9C243348-5459-4F2F-8BCE-D0B2614A423B}" type="parTrans" cxnId="{8355C19C-0EB6-4D01-93FE-4A55F8AFD2D9}">
      <dgm:prSet/>
      <dgm:spPr/>
      <dgm:t>
        <a:bodyPr/>
        <a:lstStyle/>
        <a:p>
          <a:endParaRPr lang="en-IN"/>
        </a:p>
      </dgm:t>
    </dgm:pt>
    <dgm:pt modelId="{D1C012ED-E429-47FC-AC16-96E97C6992AE}" type="sibTrans" cxnId="{8355C19C-0EB6-4D01-93FE-4A55F8AFD2D9}">
      <dgm:prSet/>
      <dgm:spPr/>
      <dgm:t>
        <a:bodyPr/>
        <a:lstStyle/>
        <a:p>
          <a:endParaRPr lang="en-IN"/>
        </a:p>
      </dgm:t>
    </dgm:pt>
    <dgm:pt modelId="{8806E482-E1BC-4A75-9ACA-72B85F18542D}">
      <dgm:prSet/>
      <dgm:spPr/>
      <dgm:t>
        <a:bodyPr/>
        <a:lstStyle/>
        <a:p>
          <a:r>
            <a:rPr lang="en-IN" b="0"/>
            <a:t>5. Insights</a:t>
          </a:r>
          <a:endParaRPr lang="en-IN"/>
        </a:p>
      </dgm:t>
    </dgm:pt>
    <dgm:pt modelId="{A253F217-3466-4A48-8626-CDFC67EF508F}" type="parTrans" cxnId="{6159C994-5F2F-4983-8A60-284E12F89477}">
      <dgm:prSet/>
      <dgm:spPr/>
      <dgm:t>
        <a:bodyPr/>
        <a:lstStyle/>
        <a:p>
          <a:endParaRPr lang="en-IN"/>
        </a:p>
      </dgm:t>
    </dgm:pt>
    <dgm:pt modelId="{857E0458-AC1B-41B1-A9C6-8C0CFD307045}" type="sibTrans" cxnId="{6159C994-5F2F-4983-8A60-284E12F89477}">
      <dgm:prSet/>
      <dgm:spPr/>
      <dgm:t>
        <a:bodyPr/>
        <a:lstStyle/>
        <a:p>
          <a:endParaRPr lang="en-IN"/>
        </a:p>
      </dgm:t>
    </dgm:pt>
    <dgm:pt modelId="{84FD6DB0-1392-4B87-ACCB-12F45616F0FE}">
      <dgm:prSet/>
      <dgm:spPr/>
      <dgm:t>
        <a:bodyPr/>
        <a:lstStyle/>
        <a:p>
          <a:r>
            <a:rPr lang="en-IN" b="0"/>
            <a:t>6. Recommendations</a:t>
          </a:r>
          <a:endParaRPr lang="en-IN"/>
        </a:p>
      </dgm:t>
    </dgm:pt>
    <dgm:pt modelId="{954361C4-F276-4609-91BE-AA894D744DF5}" type="parTrans" cxnId="{C6123387-9651-42C9-A5E3-B11A5E74EE6A}">
      <dgm:prSet/>
      <dgm:spPr/>
      <dgm:t>
        <a:bodyPr/>
        <a:lstStyle/>
        <a:p>
          <a:endParaRPr lang="en-IN"/>
        </a:p>
      </dgm:t>
    </dgm:pt>
    <dgm:pt modelId="{F46A0DCC-96CC-48C6-B54F-7855F264B917}" type="sibTrans" cxnId="{C6123387-9651-42C9-A5E3-B11A5E74EE6A}">
      <dgm:prSet/>
      <dgm:spPr/>
      <dgm:t>
        <a:bodyPr/>
        <a:lstStyle/>
        <a:p>
          <a:endParaRPr lang="en-IN"/>
        </a:p>
      </dgm:t>
    </dgm:pt>
    <dgm:pt modelId="{4C2C2DC7-CD90-480E-8571-7B0BA7DCBBA5}" type="pres">
      <dgm:prSet presAssocID="{5DDD8139-F718-4020-B128-1F9F8A7741EA}" presName="Name0" presStyleCnt="0">
        <dgm:presLayoutVars>
          <dgm:chMax val="7"/>
          <dgm:chPref val="7"/>
          <dgm:dir/>
        </dgm:presLayoutVars>
      </dgm:prSet>
      <dgm:spPr/>
    </dgm:pt>
    <dgm:pt modelId="{84EF732E-4C16-4656-824E-5CB83F4E4FBA}" type="pres">
      <dgm:prSet presAssocID="{5DDD8139-F718-4020-B128-1F9F8A7741EA}" presName="Name1" presStyleCnt="0"/>
      <dgm:spPr/>
    </dgm:pt>
    <dgm:pt modelId="{14320B5D-4617-4F2F-AA99-D24C3FDEBD0E}" type="pres">
      <dgm:prSet presAssocID="{5DDD8139-F718-4020-B128-1F9F8A7741EA}" presName="cycle" presStyleCnt="0"/>
      <dgm:spPr/>
    </dgm:pt>
    <dgm:pt modelId="{1E47CFFD-5DA1-4167-96AA-5EDDBA56FC55}" type="pres">
      <dgm:prSet presAssocID="{5DDD8139-F718-4020-B128-1F9F8A7741EA}" presName="srcNode" presStyleLbl="node1" presStyleIdx="0" presStyleCnt="6"/>
      <dgm:spPr/>
    </dgm:pt>
    <dgm:pt modelId="{1A441A54-211C-48F5-9CFA-AB1ED9D9B0E2}" type="pres">
      <dgm:prSet presAssocID="{5DDD8139-F718-4020-B128-1F9F8A7741EA}" presName="conn" presStyleLbl="parChTrans1D2" presStyleIdx="0" presStyleCnt="1"/>
      <dgm:spPr/>
    </dgm:pt>
    <dgm:pt modelId="{797C00A5-E7CF-4BDB-B065-C9B6F54C0E6A}" type="pres">
      <dgm:prSet presAssocID="{5DDD8139-F718-4020-B128-1F9F8A7741EA}" presName="extraNode" presStyleLbl="node1" presStyleIdx="0" presStyleCnt="6"/>
      <dgm:spPr/>
    </dgm:pt>
    <dgm:pt modelId="{BAB3AE72-A5A0-4850-A616-FC7F811BE140}" type="pres">
      <dgm:prSet presAssocID="{5DDD8139-F718-4020-B128-1F9F8A7741EA}" presName="dstNode" presStyleLbl="node1" presStyleIdx="0" presStyleCnt="6"/>
      <dgm:spPr/>
    </dgm:pt>
    <dgm:pt modelId="{184AFD4B-FB0D-4206-90D9-C234C82C99D7}" type="pres">
      <dgm:prSet presAssocID="{C65E3D20-CC6F-442D-BCD0-077E8FC3BED1}" presName="text_1" presStyleLbl="node1" presStyleIdx="0" presStyleCnt="6">
        <dgm:presLayoutVars>
          <dgm:bulletEnabled val="1"/>
        </dgm:presLayoutVars>
      </dgm:prSet>
      <dgm:spPr/>
    </dgm:pt>
    <dgm:pt modelId="{C9822BA4-6343-4853-B916-95C2AE525322}" type="pres">
      <dgm:prSet presAssocID="{C65E3D20-CC6F-442D-BCD0-077E8FC3BED1}" presName="accent_1" presStyleCnt="0"/>
      <dgm:spPr/>
    </dgm:pt>
    <dgm:pt modelId="{BD6EE31E-7652-47B5-92A1-EF272B898D47}" type="pres">
      <dgm:prSet presAssocID="{C65E3D20-CC6F-442D-BCD0-077E8FC3BED1}" presName="accentRepeatNode" presStyleLbl="solidFgAcc1" presStyleIdx="0" presStyleCnt="6" custLinFactNeighborX="11779" custLinFactNeighborY="-10815"/>
      <dgm:spPr/>
    </dgm:pt>
    <dgm:pt modelId="{90F6C122-BF59-49C0-84A3-DB6E76F7D7C5}" type="pres">
      <dgm:prSet presAssocID="{E0D59458-03BF-4583-B72A-00E47998A80C}" presName="text_2" presStyleLbl="node1" presStyleIdx="1" presStyleCnt="6">
        <dgm:presLayoutVars>
          <dgm:bulletEnabled val="1"/>
        </dgm:presLayoutVars>
      </dgm:prSet>
      <dgm:spPr/>
    </dgm:pt>
    <dgm:pt modelId="{D5E7E347-3131-44A7-8D67-3C278D4027BC}" type="pres">
      <dgm:prSet presAssocID="{E0D59458-03BF-4583-B72A-00E47998A80C}" presName="accent_2" presStyleCnt="0"/>
      <dgm:spPr/>
    </dgm:pt>
    <dgm:pt modelId="{65D694AC-76AA-4E75-B5CD-4C5D2DFF19A0}" type="pres">
      <dgm:prSet presAssocID="{E0D59458-03BF-4583-B72A-00E47998A80C}" presName="accentRepeatNode" presStyleLbl="solidFgAcc1" presStyleIdx="1" presStyleCnt="6"/>
      <dgm:spPr/>
    </dgm:pt>
    <dgm:pt modelId="{8AE35C57-DFEE-42C9-9A68-1364A9685762}" type="pres">
      <dgm:prSet presAssocID="{F318B03A-93B1-4AE3-BA6C-01282B1D582D}" presName="text_3" presStyleLbl="node1" presStyleIdx="2" presStyleCnt="6">
        <dgm:presLayoutVars>
          <dgm:bulletEnabled val="1"/>
        </dgm:presLayoutVars>
      </dgm:prSet>
      <dgm:spPr/>
    </dgm:pt>
    <dgm:pt modelId="{E877A54C-BC44-43FF-A3F7-9341702023FF}" type="pres">
      <dgm:prSet presAssocID="{F318B03A-93B1-4AE3-BA6C-01282B1D582D}" presName="accent_3" presStyleCnt="0"/>
      <dgm:spPr/>
    </dgm:pt>
    <dgm:pt modelId="{42A208E8-60F7-4894-9273-94C91E900263}" type="pres">
      <dgm:prSet presAssocID="{F318B03A-93B1-4AE3-BA6C-01282B1D582D}" presName="accentRepeatNode" presStyleLbl="solidFgAcc1" presStyleIdx="2" presStyleCnt="6"/>
      <dgm:spPr/>
    </dgm:pt>
    <dgm:pt modelId="{6CAFF6DD-B481-472C-B7E6-06EBCE3C6AC3}" type="pres">
      <dgm:prSet presAssocID="{C4D46E94-609C-4382-9ADE-3B1E8619444D}" presName="text_4" presStyleLbl="node1" presStyleIdx="3" presStyleCnt="6">
        <dgm:presLayoutVars>
          <dgm:bulletEnabled val="1"/>
        </dgm:presLayoutVars>
      </dgm:prSet>
      <dgm:spPr/>
    </dgm:pt>
    <dgm:pt modelId="{B2D3496A-B6E8-4BA2-A4DC-09840CC480C2}" type="pres">
      <dgm:prSet presAssocID="{C4D46E94-609C-4382-9ADE-3B1E8619444D}" presName="accent_4" presStyleCnt="0"/>
      <dgm:spPr/>
    </dgm:pt>
    <dgm:pt modelId="{EE50E0BA-F1EB-4DCA-AF81-BCDDDC2CDF0D}" type="pres">
      <dgm:prSet presAssocID="{C4D46E94-609C-4382-9ADE-3B1E8619444D}" presName="accentRepeatNode" presStyleLbl="solidFgAcc1" presStyleIdx="3" presStyleCnt="6"/>
      <dgm:spPr/>
    </dgm:pt>
    <dgm:pt modelId="{4BFAFFC0-7415-4A13-B6EE-5C0FEC0CAD6C}" type="pres">
      <dgm:prSet presAssocID="{8806E482-E1BC-4A75-9ACA-72B85F18542D}" presName="text_5" presStyleLbl="node1" presStyleIdx="4" presStyleCnt="6">
        <dgm:presLayoutVars>
          <dgm:bulletEnabled val="1"/>
        </dgm:presLayoutVars>
      </dgm:prSet>
      <dgm:spPr/>
    </dgm:pt>
    <dgm:pt modelId="{BECF634B-DB36-4374-8324-9744E59854DC}" type="pres">
      <dgm:prSet presAssocID="{8806E482-E1BC-4A75-9ACA-72B85F18542D}" presName="accent_5" presStyleCnt="0"/>
      <dgm:spPr/>
    </dgm:pt>
    <dgm:pt modelId="{8D6A3E2A-CE1D-46A0-ACCF-EDEC2BD5CBD0}" type="pres">
      <dgm:prSet presAssocID="{8806E482-E1BC-4A75-9ACA-72B85F18542D}" presName="accentRepeatNode" presStyleLbl="solidFgAcc1" presStyleIdx="4" presStyleCnt="6"/>
      <dgm:spPr/>
    </dgm:pt>
    <dgm:pt modelId="{35D845C5-1995-4A36-8B81-B93CF87B1243}" type="pres">
      <dgm:prSet presAssocID="{84FD6DB0-1392-4B87-ACCB-12F45616F0FE}" presName="text_6" presStyleLbl="node1" presStyleIdx="5" presStyleCnt="6">
        <dgm:presLayoutVars>
          <dgm:bulletEnabled val="1"/>
        </dgm:presLayoutVars>
      </dgm:prSet>
      <dgm:spPr/>
    </dgm:pt>
    <dgm:pt modelId="{9496AA1F-1BA8-4089-A876-B7452D8690F5}" type="pres">
      <dgm:prSet presAssocID="{84FD6DB0-1392-4B87-ACCB-12F45616F0FE}" presName="accent_6" presStyleCnt="0"/>
      <dgm:spPr/>
    </dgm:pt>
    <dgm:pt modelId="{E2913CAB-D615-49D2-9BC5-06D93EAFC053}" type="pres">
      <dgm:prSet presAssocID="{84FD6DB0-1392-4B87-ACCB-12F45616F0FE}" presName="accentRepeatNode" presStyleLbl="solidFgAcc1" presStyleIdx="5" presStyleCnt="6"/>
      <dgm:spPr/>
    </dgm:pt>
  </dgm:ptLst>
  <dgm:cxnLst>
    <dgm:cxn modelId="{67D6F209-BF75-4AEF-8A3E-0B80D435FB6B}" type="presOf" srcId="{5DDD8139-F718-4020-B128-1F9F8A7741EA}" destId="{4C2C2DC7-CD90-480E-8571-7B0BA7DCBBA5}" srcOrd="0" destOrd="0" presId="urn:microsoft.com/office/officeart/2008/layout/VerticalCurvedList"/>
    <dgm:cxn modelId="{04A43B20-0481-4D04-96FE-88B85481C131}" type="presOf" srcId="{F318B03A-93B1-4AE3-BA6C-01282B1D582D}" destId="{8AE35C57-DFEE-42C9-9A68-1364A9685762}" srcOrd="0" destOrd="0" presId="urn:microsoft.com/office/officeart/2008/layout/VerticalCurvedList"/>
    <dgm:cxn modelId="{7603F532-B6FA-41BA-93F5-CBE31DCD75D9}" type="presOf" srcId="{84FD6DB0-1392-4B87-ACCB-12F45616F0FE}" destId="{35D845C5-1995-4A36-8B81-B93CF87B1243}" srcOrd="0" destOrd="0" presId="urn:microsoft.com/office/officeart/2008/layout/VerticalCurvedList"/>
    <dgm:cxn modelId="{64EC6744-06C2-4946-A243-8712D155A2DF}" srcId="{5DDD8139-F718-4020-B128-1F9F8A7741EA}" destId="{C65E3D20-CC6F-442D-BCD0-077E8FC3BED1}" srcOrd="0" destOrd="0" parTransId="{FA8EA685-DD71-47D0-A7BA-F327FADAF0B6}" sibTransId="{419A3501-EBEE-4DED-99F6-F8102B4C406A}"/>
    <dgm:cxn modelId="{D5B24479-8AE1-4E1F-A921-986CD49BC8BA}" type="presOf" srcId="{419A3501-EBEE-4DED-99F6-F8102B4C406A}" destId="{1A441A54-211C-48F5-9CFA-AB1ED9D9B0E2}" srcOrd="0" destOrd="0" presId="urn:microsoft.com/office/officeart/2008/layout/VerticalCurvedList"/>
    <dgm:cxn modelId="{39968259-A7C5-4E40-8ADE-CFAA25486848}" type="presOf" srcId="{8806E482-E1BC-4A75-9ACA-72B85F18542D}" destId="{4BFAFFC0-7415-4A13-B6EE-5C0FEC0CAD6C}" srcOrd="0" destOrd="0" presId="urn:microsoft.com/office/officeart/2008/layout/VerticalCurvedList"/>
    <dgm:cxn modelId="{C6123387-9651-42C9-A5E3-B11A5E74EE6A}" srcId="{5DDD8139-F718-4020-B128-1F9F8A7741EA}" destId="{84FD6DB0-1392-4B87-ACCB-12F45616F0FE}" srcOrd="5" destOrd="0" parTransId="{954361C4-F276-4609-91BE-AA894D744DF5}" sibTransId="{F46A0DCC-96CC-48C6-B54F-7855F264B917}"/>
    <dgm:cxn modelId="{6159C994-5F2F-4983-8A60-284E12F89477}" srcId="{5DDD8139-F718-4020-B128-1F9F8A7741EA}" destId="{8806E482-E1BC-4A75-9ACA-72B85F18542D}" srcOrd="4" destOrd="0" parTransId="{A253F217-3466-4A48-8626-CDFC67EF508F}" sibTransId="{857E0458-AC1B-41B1-A9C6-8C0CFD307045}"/>
    <dgm:cxn modelId="{0AE1E898-FA5C-4E7A-ADAD-8D7945A31481}" type="presOf" srcId="{C4D46E94-609C-4382-9ADE-3B1E8619444D}" destId="{6CAFF6DD-B481-472C-B7E6-06EBCE3C6AC3}" srcOrd="0" destOrd="0" presId="urn:microsoft.com/office/officeart/2008/layout/VerticalCurvedList"/>
    <dgm:cxn modelId="{8355C19C-0EB6-4D01-93FE-4A55F8AFD2D9}" srcId="{5DDD8139-F718-4020-B128-1F9F8A7741EA}" destId="{C4D46E94-609C-4382-9ADE-3B1E8619444D}" srcOrd="3" destOrd="0" parTransId="{9C243348-5459-4F2F-8BCE-D0B2614A423B}" sibTransId="{D1C012ED-E429-47FC-AC16-96E97C6992AE}"/>
    <dgm:cxn modelId="{CA5908B1-9E95-4449-ACED-99D967A33AB2}" srcId="{5DDD8139-F718-4020-B128-1F9F8A7741EA}" destId="{E0D59458-03BF-4583-B72A-00E47998A80C}" srcOrd="1" destOrd="0" parTransId="{56788689-B204-4199-9B4C-103978EFD5E2}" sibTransId="{ADC26EF8-1A2E-4A2E-B2EB-63B37D4C91D7}"/>
    <dgm:cxn modelId="{28DBE3B8-24C6-49A4-8908-477AB98A57FA}" type="presOf" srcId="{E0D59458-03BF-4583-B72A-00E47998A80C}" destId="{90F6C122-BF59-49C0-84A3-DB6E76F7D7C5}" srcOrd="0" destOrd="0" presId="urn:microsoft.com/office/officeart/2008/layout/VerticalCurvedList"/>
    <dgm:cxn modelId="{A3DFADE9-F507-433B-B72D-AFACBC5EC6BD}" srcId="{5DDD8139-F718-4020-B128-1F9F8A7741EA}" destId="{F318B03A-93B1-4AE3-BA6C-01282B1D582D}" srcOrd="2" destOrd="0" parTransId="{86AF85C6-CEB4-4E40-8DB0-688B1E739E2A}" sibTransId="{EEB61F68-A550-49AB-A98C-5E5ECA1CAD5A}"/>
    <dgm:cxn modelId="{F8103DED-CC54-46A6-8F81-4C9BE4A7D921}" type="presOf" srcId="{C65E3D20-CC6F-442D-BCD0-077E8FC3BED1}" destId="{184AFD4B-FB0D-4206-90D9-C234C82C99D7}" srcOrd="0" destOrd="0" presId="urn:microsoft.com/office/officeart/2008/layout/VerticalCurvedList"/>
    <dgm:cxn modelId="{8C796F54-4751-46A4-9717-495F1BD37885}" type="presParOf" srcId="{4C2C2DC7-CD90-480E-8571-7B0BA7DCBBA5}" destId="{84EF732E-4C16-4656-824E-5CB83F4E4FBA}" srcOrd="0" destOrd="0" presId="urn:microsoft.com/office/officeart/2008/layout/VerticalCurvedList"/>
    <dgm:cxn modelId="{FEF261E0-78B1-4345-9B3A-D77C7CA0E02A}" type="presParOf" srcId="{84EF732E-4C16-4656-824E-5CB83F4E4FBA}" destId="{14320B5D-4617-4F2F-AA99-D24C3FDEBD0E}" srcOrd="0" destOrd="0" presId="urn:microsoft.com/office/officeart/2008/layout/VerticalCurvedList"/>
    <dgm:cxn modelId="{A39A8760-674B-4754-B703-283E502B4E0D}" type="presParOf" srcId="{14320B5D-4617-4F2F-AA99-D24C3FDEBD0E}" destId="{1E47CFFD-5DA1-4167-96AA-5EDDBA56FC55}" srcOrd="0" destOrd="0" presId="urn:microsoft.com/office/officeart/2008/layout/VerticalCurvedList"/>
    <dgm:cxn modelId="{840CC57A-D5BB-476C-81B5-B64D855B0B18}" type="presParOf" srcId="{14320B5D-4617-4F2F-AA99-D24C3FDEBD0E}" destId="{1A441A54-211C-48F5-9CFA-AB1ED9D9B0E2}" srcOrd="1" destOrd="0" presId="urn:microsoft.com/office/officeart/2008/layout/VerticalCurvedList"/>
    <dgm:cxn modelId="{3E22E19A-F59E-43CD-9FCE-10C4AF9C51B2}" type="presParOf" srcId="{14320B5D-4617-4F2F-AA99-D24C3FDEBD0E}" destId="{797C00A5-E7CF-4BDB-B065-C9B6F54C0E6A}" srcOrd="2" destOrd="0" presId="urn:microsoft.com/office/officeart/2008/layout/VerticalCurvedList"/>
    <dgm:cxn modelId="{732A68E3-6595-4DB8-9830-CA74F7585F57}" type="presParOf" srcId="{14320B5D-4617-4F2F-AA99-D24C3FDEBD0E}" destId="{BAB3AE72-A5A0-4850-A616-FC7F811BE140}" srcOrd="3" destOrd="0" presId="urn:microsoft.com/office/officeart/2008/layout/VerticalCurvedList"/>
    <dgm:cxn modelId="{E46F6979-6923-49B9-9C00-03D27AF92BF1}" type="presParOf" srcId="{84EF732E-4C16-4656-824E-5CB83F4E4FBA}" destId="{184AFD4B-FB0D-4206-90D9-C234C82C99D7}" srcOrd="1" destOrd="0" presId="urn:microsoft.com/office/officeart/2008/layout/VerticalCurvedList"/>
    <dgm:cxn modelId="{D81232A6-3F87-4C51-888E-2507E5AB84BB}" type="presParOf" srcId="{84EF732E-4C16-4656-824E-5CB83F4E4FBA}" destId="{C9822BA4-6343-4853-B916-95C2AE525322}" srcOrd="2" destOrd="0" presId="urn:microsoft.com/office/officeart/2008/layout/VerticalCurvedList"/>
    <dgm:cxn modelId="{89455ED9-7534-46A8-847F-B95F1D9AA38A}" type="presParOf" srcId="{C9822BA4-6343-4853-B916-95C2AE525322}" destId="{BD6EE31E-7652-47B5-92A1-EF272B898D47}" srcOrd="0" destOrd="0" presId="urn:microsoft.com/office/officeart/2008/layout/VerticalCurvedList"/>
    <dgm:cxn modelId="{E5DA3029-A6AD-48AA-87A3-6A8183CCDDEF}" type="presParOf" srcId="{84EF732E-4C16-4656-824E-5CB83F4E4FBA}" destId="{90F6C122-BF59-49C0-84A3-DB6E76F7D7C5}" srcOrd="3" destOrd="0" presId="urn:microsoft.com/office/officeart/2008/layout/VerticalCurvedList"/>
    <dgm:cxn modelId="{4D477130-41C0-4562-B501-55FCD02B8AF2}" type="presParOf" srcId="{84EF732E-4C16-4656-824E-5CB83F4E4FBA}" destId="{D5E7E347-3131-44A7-8D67-3C278D4027BC}" srcOrd="4" destOrd="0" presId="urn:microsoft.com/office/officeart/2008/layout/VerticalCurvedList"/>
    <dgm:cxn modelId="{B3F4AC91-22F3-4A3F-95DE-2697D1355CC1}" type="presParOf" srcId="{D5E7E347-3131-44A7-8D67-3C278D4027BC}" destId="{65D694AC-76AA-4E75-B5CD-4C5D2DFF19A0}" srcOrd="0" destOrd="0" presId="urn:microsoft.com/office/officeart/2008/layout/VerticalCurvedList"/>
    <dgm:cxn modelId="{FB147285-B3AD-4998-8A14-4F41B548A82C}" type="presParOf" srcId="{84EF732E-4C16-4656-824E-5CB83F4E4FBA}" destId="{8AE35C57-DFEE-42C9-9A68-1364A9685762}" srcOrd="5" destOrd="0" presId="urn:microsoft.com/office/officeart/2008/layout/VerticalCurvedList"/>
    <dgm:cxn modelId="{75F958D5-2970-4CA1-8F3F-204969E136D1}" type="presParOf" srcId="{84EF732E-4C16-4656-824E-5CB83F4E4FBA}" destId="{E877A54C-BC44-43FF-A3F7-9341702023FF}" srcOrd="6" destOrd="0" presId="urn:microsoft.com/office/officeart/2008/layout/VerticalCurvedList"/>
    <dgm:cxn modelId="{F90F81D6-C495-4A81-A5F7-2F893F616E4B}" type="presParOf" srcId="{E877A54C-BC44-43FF-A3F7-9341702023FF}" destId="{42A208E8-60F7-4894-9273-94C91E900263}" srcOrd="0" destOrd="0" presId="urn:microsoft.com/office/officeart/2008/layout/VerticalCurvedList"/>
    <dgm:cxn modelId="{4AD1E60F-9B09-450C-8D17-23F0E9F8B914}" type="presParOf" srcId="{84EF732E-4C16-4656-824E-5CB83F4E4FBA}" destId="{6CAFF6DD-B481-472C-B7E6-06EBCE3C6AC3}" srcOrd="7" destOrd="0" presId="urn:microsoft.com/office/officeart/2008/layout/VerticalCurvedList"/>
    <dgm:cxn modelId="{31F15787-F851-4829-B167-60E812BAF1C0}" type="presParOf" srcId="{84EF732E-4C16-4656-824E-5CB83F4E4FBA}" destId="{B2D3496A-B6E8-4BA2-A4DC-09840CC480C2}" srcOrd="8" destOrd="0" presId="urn:microsoft.com/office/officeart/2008/layout/VerticalCurvedList"/>
    <dgm:cxn modelId="{767DE17C-78F7-41D7-92EB-D7DB990B72A0}" type="presParOf" srcId="{B2D3496A-B6E8-4BA2-A4DC-09840CC480C2}" destId="{EE50E0BA-F1EB-4DCA-AF81-BCDDDC2CDF0D}" srcOrd="0" destOrd="0" presId="urn:microsoft.com/office/officeart/2008/layout/VerticalCurvedList"/>
    <dgm:cxn modelId="{6DE658BF-3142-46FD-887A-030A2A61909E}" type="presParOf" srcId="{84EF732E-4C16-4656-824E-5CB83F4E4FBA}" destId="{4BFAFFC0-7415-4A13-B6EE-5C0FEC0CAD6C}" srcOrd="9" destOrd="0" presId="urn:microsoft.com/office/officeart/2008/layout/VerticalCurvedList"/>
    <dgm:cxn modelId="{D00668A7-0BF7-4C17-905C-9BD0B58B2610}" type="presParOf" srcId="{84EF732E-4C16-4656-824E-5CB83F4E4FBA}" destId="{BECF634B-DB36-4374-8324-9744E59854DC}" srcOrd="10" destOrd="0" presId="urn:microsoft.com/office/officeart/2008/layout/VerticalCurvedList"/>
    <dgm:cxn modelId="{B386E502-C4A4-4772-8E71-DEB852A0AA6F}" type="presParOf" srcId="{BECF634B-DB36-4374-8324-9744E59854DC}" destId="{8D6A3E2A-CE1D-46A0-ACCF-EDEC2BD5CBD0}" srcOrd="0" destOrd="0" presId="urn:microsoft.com/office/officeart/2008/layout/VerticalCurvedList"/>
    <dgm:cxn modelId="{A9F4EAC8-3272-40ED-856E-794BB44C02CC}" type="presParOf" srcId="{84EF732E-4C16-4656-824E-5CB83F4E4FBA}" destId="{35D845C5-1995-4A36-8B81-B93CF87B1243}" srcOrd="11" destOrd="0" presId="urn:microsoft.com/office/officeart/2008/layout/VerticalCurvedList"/>
    <dgm:cxn modelId="{C9BB46A5-9654-490F-9C3D-023A2A257027}" type="presParOf" srcId="{84EF732E-4C16-4656-824E-5CB83F4E4FBA}" destId="{9496AA1F-1BA8-4089-A876-B7452D8690F5}" srcOrd="12" destOrd="0" presId="urn:microsoft.com/office/officeart/2008/layout/VerticalCurvedList"/>
    <dgm:cxn modelId="{2C38DA7D-1418-424F-852F-D1AEB800381A}" type="presParOf" srcId="{9496AA1F-1BA8-4089-A876-B7452D8690F5}" destId="{E2913CAB-D615-49D2-9BC5-06D93EAFC05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8370E2-7331-4044-80CF-03FD02ED01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EC131EC-E238-48EF-A94E-D4B4D61D6F1B}">
      <dgm:prSet/>
      <dgm:spPr/>
      <dgm:t>
        <a:bodyPr/>
        <a:lstStyle/>
        <a:p>
          <a:r>
            <a:rPr lang="en-US"/>
            <a:t>Businesses often struggle to </a:t>
          </a:r>
          <a:r>
            <a:rPr lang="en-US" b="1"/>
            <a:t>identify which product categories generate the highest revenue</a:t>
          </a:r>
          <a:r>
            <a:rPr lang="en-US"/>
            <a:t>..</a:t>
          </a:r>
          <a:endParaRPr lang="en-IN"/>
        </a:p>
      </dgm:t>
    </dgm:pt>
    <dgm:pt modelId="{0486EA0E-09BB-4B58-848A-0B786B2AD9D4}" type="parTrans" cxnId="{4F7AE981-0ADF-4B0B-B987-2F564660C77A}">
      <dgm:prSet/>
      <dgm:spPr/>
      <dgm:t>
        <a:bodyPr/>
        <a:lstStyle/>
        <a:p>
          <a:endParaRPr lang="en-IN"/>
        </a:p>
      </dgm:t>
    </dgm:pt>
    <dgm:pt modelId="{9034EE0D-B734-498B-A1E3-F57295B13588}" type="sibTrans" cxnId="{4F7AE981-0ADF-4B0B-B987-2F564660C77A}">
      <dgm:prSet/>
      <dgm:spPr/>
      <dgm:t>
        <a:bodyPr/>
        <a:lstStyle/>
        <a:p>
          <a:endParaRPr lang="en-IN"/>
        </a:p>
      </dgm:t>
    </dgm:pt>
    <dgm:pt modelId="{FE8A2014-D97F-4D5B-B996-F4CD4569A3BF}">
      <dgm:prSet/>
      <dgm:spPr/>
      <dgm:t>
        <a:bodyPr/>
        <a:lstStyle/>
        <a:p>
          <a:r>
            <a:rPr lang="en-US"/>
            <a:t>Lack of clarity on </a:t>
          </a:r>
          <a:r>
            <a:rPr lang="en-US" b="1"/>
            <a:t>high‑value customer segments</a:t>
          </a:r>
          <a:r>
            <a:rPr lang="en-US"/>
            <a:t> makes marketing less effective</a:t>
          </a:r>
          <a:endParaRPr lang="en-IN"/>
        </a:p>
      </dgm:t>
    </dgm:pt>
    <dgm:pt modelId="{DAC457BB-3EF8-4CA4-BC7E-8AAE3486C345}" type="parTrans" cxnId="{2974B64C-8DDD-49A4-BF52-C9FBF08C9B31}">
      <dgm:prSet/>
      <dgm:spPr/>
      <dgm:t>
        <a:bodyPr/>
        <a:lstStyle/>
        <a:p>
          <a:endParaRPr lang="en-IN"/>
        </a:p>
      </dgm:t>
    </dgm:pt>
    <dgm:pt modelId="{F0F28AB8-A58B-46B7-B977-2459CD4A3094}" type="sibTrans" cxnId="{2974B64C-8DDD-49A4-BF52-C9FBF08C9B31}">
      <dgm:prSet/>
      <dgm:spPr/>
      <dgm:t>
        <a:bodyPr/>
        <a:lstStyle/>
        <a:p>
          <a:endParaRPr lang="en-IN"/>
        </a:p>
      </dgm:t>
    </dgm:pt>
    <dgm:pt modelId="{5C1A2B0A-80FD-4BFE-B63A-67D4683A4850}">
      <dgm:prSet/>
      <dgm:spPr/>
      <dgm:t>
        <a:bodyPr/>
        <a:lstStyle/>
        <a:p>
          <a:r>
            <a:rPr lang="en-US"/>
            <a:t>Inefficient </a:t>
          </a:r>
          <a:r>
            <a:rPr lang="en-US" b="1"/>
            <a:t>inventory planning</a:t>
          </a:r>
          <a:r>
            <a:rPr lang="en-US"/>
            <a:t> due to unclear category and seasonal trends.</a:t>
          </a:r>
          <a:endParaRPr lang="en-IN"/>
        </a:p>
      </dgm:t>
    </dgm:pt>
    <dgm:pt modelId="{64F31088-EFF2-42FE-AE3D-C43038F90F04}" type="parTrans" cxnId="{494266ED-C8DE-448C-B163-B9FC41E3033B}">
      <dgm:prSet/>
      <dgm:spPr/>
      <dgm:t>
        <a:bodyPr/>
        <a:lstStyle/>
        <a:p>
          <a:endParaRPr lang="en-IN"/>
        </a:p>
      </dgm:t>
    </dgm:pt>
    <dgm:pt modelId="{744B9CB0-7D19-4892-BF46-3482C718C9E7}" type="sibTrans" cxnId="{494266ED-C8DE-448C-B163-B9FC41E3033B}">
      <dgm:prSet/>
      <dgm:spPr/>
      <dgm:t>
        <a:bodyPr/>
        <a:lstStyle/>
        <a:p>
          <a:endParaRPr lang="en-IN"/>
        </a:p>
      </dgm:t>
    </dgm:pt>
    <dgm:pt modelId="{11DDF6B8-57F4-4CFD-A304-0A30E1095E4A}" type="pres">
      <dgm:prSet presAssocID="{DA8370E2-7331-4044-80CF-03FD02ED013E}" presName="linear" presStyleCnt="0">
        <dgm:presLayoutVars>
          <dgm:animLvl val="lvl"/>
          <dgm:resizeHandles val="exact"/>
        </dgm:presLayoutVars>
      </dgm:prSet>
      <dgm:spPr/>
    </dgm:pt>
    <dgm:pt modelId="{A2C025FA-5900-48D9-B4D1-49F2F0717AA8}" type="pres">
      <dgm:prSet presAssocID="{FEC131EC-E238-48EF-A94E-D4B4D61D6F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D1FF1F3-4855-4BB1-9737-6C181C8E4CFB}" type="pres">
      <dgm:prSet presAssocID="{9034EE0D-B734-498B-A1E3-F57295B13588}" presName="spacer" presStyleCnt="0"/>
      <dgm:spPr/>
    </dgm:pt>
    <dgm:pt modelId="{76A422C4-FD3C-4E60-81AB-CFCCAA93B15D}" type="pres">
      <dgm:prSet presAssocID="{FE8A2014-D97F-4D5B-B996-F4CD4569A3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126E4F-3A1F-49E3-ABA6-AF18F8BFB57A}" type="pres">
      <dgm:prSet presAssocID="{F0F28AB8-A58B-46B7-B977-2459CD4A3094}" presName="spacer" presStyleCnt="0"/>
      <dgm:spPr/>
    </dgm:pt>
    <dgm:pt modelId="{C921BD61-8187-466B-96B3-B01CA931A1F8}" type="pres">
      <dgm:prSet presAssocID="{5C1A2B0A-80FD-4BFE-B63A-67D4683A485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3FBAA2A-5B79-4E90-89C7-5032E96A560F}" type="presOf" srcId="{FE8A2014-D97F-4D5B-B996-F4CD4569A3BF}" destId="{76A422C4-FD3C-4E60-81AB-CFCCAA93B15D}" srcOrd="0" destOrd="0" presId="urn:microsoft.com/office/officeart/2005/8/layout/vList2"/>
    <dgm:cxn modelId="{2974B64C-8DDD-49A4-BF52-C9FBF08C9B31}" srcId="{DA8370E2-7331-4044-80CF-03FD02ED013E}" destId="{FE8A2014-D97F-4D5B-B996-F4CD4569A3BF}" srcOrd="1" destOrd="0" parTransId="{DAC457BB-3EF8-4CA4-BC7E-8AAE3486C345}" sibTransId="{F0F28AB8-A58B-46B7-B977-2459CD4A3094}"/>
    <dgm:cxn modelId="{A385B77A-911E-4F8B-9F29-98299E0A624E}" type="presOf" srcId="{FEC131EC-E238-48EF-A94E-D4B4D61D6F1B}" destId="{A2C025FA-5900-48D9-B4D1-49F2F0717AA8}" srcOrd="0" destOrd="0" presId="urn:microsoft.com/office/officeart/2005/8/layout/vList2"/>
    <dgm:cxn modelId="{4F7AE981-0ADF-4B0B-B987-2F564660C77A}" srcId="{DA8370E2-7331-4044-80CF-03FD02ED013E}" destId="{FEC131EC-E238-48EF-A94E-D4B4D61D6F1B}" srcOrd="0" destOrd="0" parTransId="{0486EA0E-09BB-4B58-848A-0B786B2AD9D4}" sibTransId="{9034EE0D-B734-498B-A1E3-F57295B13588}"/>
    <dgm:cxn modelId="{A8C25AB4-5687-4D80-BA62-4A5CF0A61F05}" type="presOf" srcId="{DA8370E2-7331-4044-80CF-03FD02ED013E}" destId="{11DDF6B8-57F4-4CFD-A304-0A30E1095E4A}" srcOrd="0" destOrd="0" presId="urn:microsoft.com/office/officeart/2005/8/layout/vList2"/>
    <dgm:cxn modelId="{70B6B8DF-4A03-4F35-B0D0-03876F6003C4}" type="presOf" srcId="{5C1A2B0A-80FD-4BFE-B63A-67D4683A4850}" destId="{C921BD61-8187-466B-96B3-B01CA931A1F8}" srcOrd="0" destOrd="0" presId="urn:microsoft.com/office/officeart/2005/8/layout/vList2"/>
    <dgm:cxn modelId="{494266ED-C8DE-448C-B163-B9FC41E3033B}" srcId="{DA8370E2-7331-4044-80CF-03FD02ED013E}" destId="{5C1A2B0A-80FD-4BFE-B63A-67D4683A4850}" srcOrd="2" destOrd="0" parTransId="{64F31088-EFF2-42FE-AE3D-C43038F90F04}" sibTransId="{744B9CB0-7D19-4892-BF46-3482C718C9E7}"/>
    <dgm:cxn modelId="{B6DBEEE1-F0DE-48A7-8EC6-6E8CB10952A7}" type="presParOf" srcId="{11DDF6B8-57F4-4CFD-A304-0A30E1095E4A}" destId="{A2C025FA-5900-48D9-B4D1-49F2F0717AA8}" srcOrd="0" destOrd="0" presId="urn:microsoft.com/office/officeart/2005/8/layout/vList2"/>
    <dgm:cxn modelId="{9F14745D-E1C1-42A6-B7F4-8864C4FD3512}" type="presParOf" srcId="{11DDF6B8-57F4-4CFD-A304-0A30E1095E4A}" destId="{9D1FF1F3-4855-4BB1-9737-6C181C8E4CFB}" srcOrd="1" destOrd="0" presId="urn:microsoft.com/office/officeart/2005/8/layout/vList2"/>
    <dgm:cxn modelId="{077FD3F5-35B3-47C7-91A9-056BB846AD2B}" type="presParOf" srcId="{11DDF6B8-57F4-4CFD-A304-0A30E1095E4A}" destId="{76A422C4-FD3C-4E60-81AB-CFCCAA93B15D}" srcOrd="2" destOrd="0" presId="urn:microsoft.com/office/officeart/2005/8/layout/vList2"/>
    <dgm:cxn modelId="{1F980F15-EEF7-4EC0-A763-954F6E0B47C7}" type="presParOf" srcId="{11DDF6B8-57F4-4CFD-A304-0A30E1095E4A}" destId="{96126E4F-3A1F-49E3-ABA6-AF18F8BFB57A}" srcOrd="3" destOrd="0" presId="urn:microsoft.com/office/officeart/2005/8/layout/vList2"/>
    <dgm:cxn modelId="{45A8E791-CBF4-45F0-9EA3-541CE4FFD979}" type="presParOf" srcId="{11DDF6B8-57F4-4CFD-A304-0A30E1095E4A}" destId="{C921BD61-8187-466B-96B3-B01CA931A1F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2307B3-2BD6-4852-82FC-206DDE9DF6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C4E62C-8749-4F3B-9B77-BA1DE9AC8BDA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IN" sz="3200" b="1" dirty="0"/>
            <a:t> </a:t>
          </a:r>
          <a:r>
            <a:rPr lang="en-IN" sz="3600" b="1" dirty="0"/>
            <a:t>Data Understanding</a:t>
          </a:r>
          <a:endParaRPr lang="en-IN" sz="3600" dirty="0"/>
        </a:p>
      </dgm:t>
    </dgm:pt>
    <dgm:pt modelId="{1215D060-2E7E-4519-AE1D-A906F4CDF8C8}" type="parTrans" cxnId="{D3B546A1-10B9-4289-9DD8-38CC74F05810}">
      <dgm:prSet/>
      <dgm:spPr/>
      <dgm:t>
        <a:bodyPr/>
        <a:lstStyle/>
        <a:p>
          <a:endParaRPr lang="en-IN"/>
        </a:p>
      </dgm:t>
    </dgm:pt>
    <dgm:pt modelId="{29984FD0-D54A-4591-B814-DD48E5DC6837}" type="sibTrans" cxnId="{D3B546A1-10B9-4289-9DD8-38CC74F05810}">
      <dgm:prSet/>
      <dgm:spPr/>
      <dgm:t>
        <a:bodyPr/>
        <a:lstStyle/>
        <a:p>
          <a:endParaRPr lang="en-IN"/>
        </a:p>
      </dgm:t>
    </dgm:pt>
    <dgm:pt modelId="{C89EE117-0165-4A8F-915B-BCE80F277C96}" type="pres">
      <dgm:prSet presAssocID="{ED2307B3-2BD6-4852-82FC-206DDE9DF6BF}" presName="linear" presStyleCnt="0">
        <dgm:presLayoutVars>
          <dgm:animLvl val="lvl"/>
          <dgm:resizeHandles val="exact"/>
        </dgm:presLayoutVars>
      </dgm:prSet>
      <dgm:spPr/>
    </dgm:pt>
    <dgm:pt modelId="{89150398-B367-4D30-A0F8-A56C513DD8AB}" type="pres">
      <dgm:prSet presAssocID="{85C4E62C-8749-4F3B-9B77-BA1DE9AC8BDA}" presName="parentText" presStyleLbl="node1" presStyleIdx="0" presStyleCnt="1" custLinFactNeighborX="670" custLinFactNeighborY="-881">
        <dgm:presLayoutVars>
          <dgm:chMax val="0"/>
          <dgm:bulletEnabled val="1"/>
        </dgm:presLayoutVars>
      </dgm:prSet>
      <dgm:spPr/>
    </dgm:pt>
  </dgm:ptLst>
  <dgm:cxnLst>
    <dgm:cxn modelId="{3986ED3B-8BB7-490F-B9DD-3840B91959F2}" type="presOf" srcId="{ED2307B3-2BD6-4852-82FC-206DDE9DF6BF}" destId="{C89EE117-0165-4A8F-915B-BCE80F277C96}" srcOrd="0" destOrd="0" presId="urn:microsoft.com/office/officeart/2005/8/layout/vList2"/>
    <dgm:cxn modelId="{D3B546A1-10B9-4289-9DD8-38CC74F05810}" srcId="{ED2307B3-2BD6-4852-82FC-206DDE9DF6BF}" destId="{85C4E62C-8749-4F3B-9B77-BA1DE9AC8BDA}" srcOrd="0" destOrd="0" parTransId="{1215D060-2E7E-4519-AE1D-A906F4CDF8C8}" sibTransId="{29984FD0-D54A-4591-B814-DD48E5DC6837}"/>
    <dgm:cxn modelId="{78B66AFD-0BF7-4F0F-B87C-6811FA37C3E6}" type="presOf" srcId="{85C4E62C-8749-4F3B-9B77-BA1DE9AC8BDA}" destId="{89150398-B367-4D30-A0F8-A56C513DD8AB}" srcOrd="0" destOrd="0" presId="urn:microsoft.com/office/officeart/2005/8/layout/vList2"/>
    <dgm:cxn modelId="{0ACF8197-2788-427D-85C0-105A7B4C26AE}" type="presParOf" srcId="{C89EE117-0165-4A8F-915B-BCE80F277C96}" destId="{89150398-B367-4D30-A0F8-A56C513DD8A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9F7EB6-5A28-4167-A772-B185E106003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E4354EB-C87F-446F-B97E-7277E4485CB8}">
      <dgm:prSet/>
      <dgm:spPr/>
      <dgm:t>
        <a:bodyPr/>
        <a:lstStyle/>
        <a:p>
          <a:r>
            <a:rPr lang="en-US" b="1"/>
            <a:t>Clothing &amp; Accessories</a:t>
          </a:r>
          <a:r>
            <a:rPr lang="en-US" b="0"/>
            <a:t> are the </a:t>
          </a:r>
          <a:r>
            <a:rPr lang="en-US" b="1"/>
            <a:t>top revenue drivers</a:t>
          </a:r>
          <a:endParaRPr lang="en-IN"/>
        </a:p>
      </dgm:t>
    </dgm:pt>
    <dgm:pt modelId="{38D02C8D-A8FA-4388-9A49-F93D847D311B}" type="parTrans" cxnId="{788EC61F-C699-44A3-9060-AA783E7DC34F}">
      <dgm:prSet/>
      <dgm:spPr/>
      <dgm:t>
        <a:bodyPr/>
        <a:lstStyle/>
        <a:p>
          <a:endParaRPr lang="en-IN"/>
        </a:p>
      </dgm:t>
    </dgm:pt>
    <dgm:pt modelId="{1086D431-7904-421D-A96D-3F0872B6561D}" type="sibTrans" cxnId="{788EC61F-C699-44A3-9060-AA783E7DC34F}">
      <dgm:prSet/>
      <dgm:spPr/>
      <dgm:t>
        <a:bodyPr/>
        <a:lstStyle/>
        <a:p>
          <a:endParaRPr lang="en-IN"/>
        </a:p>
      </dgm:t>
    </dgm:pt>
    <dgm:pt modelId="{E3B8C6A4-700D-437F-B445-4DD22A7DDB80}">
      <dgm:prSet/>
      <dgm:spPr/>
      <dgm:t>
        <a:bodyPr/>
        <a:lstStyle/>
        <a:p>
          <a:r>
            <a:rPr lang="en-US" b="1"/>
            <a:t>Age group 26–55</a:t>
          </a:r>
          <a:r>
            <a:rPr lang="en-US" b="0"/>
            <a:t> contributes the </a:t>
          </a:r>
          <a:r>
            <a:rPr lang="en-US" b="1"/>
            <a:t>highest spending</a:t>
          </a:r>
          <a:endParaRPr lang="en-IN"/>
        </a:p>
      </dgm:t>
    </dgm:pt>
    <dgm:pt modelId="{DDB9A120-7FD6-4DF8-8FEA-C32AA149AA76}" type="parTrans" cxnId="{466FEDD4-A1B1-414D-89AD-4D605B953043}">
      <dgm:prSet/>
      <dgm:spPr/>
      <dgm:t>
        <a:bodyPr/>
        <a:lstStyle/>
        <a:p>
          <a:endParaRPr lang="en-IN"/>
        </a:p>
      </dgm:t>
    </dgm:pt>
    <dgm:pt modelId="{A675B995-4864-4DC1-85A9-9316EF9B25E9}" type="sibTrans" cxnId="{466FEDD4-A1B1-414D-89AD-4D605B953043}">
      <dgm:prSet/>
      <dgm:spPr/>
      <dgm:t>
        <a:bodyPr/>
        <a:lstStyle/>
        <a:p>
          <a:endParaRPr lang="en-IN"/>
        </a:p>
      </dgm:t>
    </dgm:pt>
    <dgm:pt modelId="{9649EBBF-4B78-4119-9274-8B084C3206EC}">
      <dgm:prSet/>
      <dgm:spPr/>
      <dgm:t>
        <a:bodyPr/>
        <a:lstStyle/>
        <a:p>
          <a:r>
            <a:rPr lang="en-US" b="1"/>
            <a:t>Female customers</a:t>
          </a:r>
          <a:r>
            <a:rPr lang="en-US" b="0"/>
            <a:t> spend slightly more per purchase than males</a:t>
          </a:r>
          <a:endParaRPr lang="en-IN"/>
        </a:p>
      </dgm:t>
    </dgm:pt>
    <dgm:pt modelId="{97DEBDCD-863F-4A04-B137-6E646FF4B779}" type="parTrans" cxnId="{EA42A204-3545-4435-9F43-D710CEC4B385}">
      <dgm:prSet/>
      <dgm:spPr/>
      <dgm:t>
        <a:bodyPr/>
        <a:lstStyle/>
        <a:p>
          <a:endParaRPr lang="en-IN"/>
        </a:p>
      </dgm:t>
    </dgm:pt>
    <dgm:pt modelId="{0BE1B54D-DF0C-4B9E-ABA4-A5056A843177}" type="sibTrans" cxnId="{EA42A204-3545-4435-9F43-D710CEC4B385}">
      <dgm:prSet/>
      <dgm:spPr/>
      <dgm:t>
        <a:bodyPr/>
        <a:lstStyle/>
        <a:p>
          <a:endParaRPr lang="en-IN"/>
        </a:p>
      </dgm:t>
    </dgm:pt>
    <dgm:pt modelId="{974BD241-AD88-48AB-B1D3-EF8B98076847}">
      <dgm:prSet/>
      <dgm:spPr/>
      <dgm:t>
        <a:bodyPr/>
        <a:lstStyle/>
        <a:p>
          <a:r>
            <a:rPr lang="en-US" b="1" dirty="0"/>
            <a:t>Winter &amp; Spring</a:t>
          </a:r>
          <a:r>
            <a:rPr lang="en-US" b="0" dirty="0"/>
            <a:t> seasons show </a:t>
          </a:r>
          <a:r>
            <a:rPr lang="en-US" b="1" dirty="0"/>
            <a:t>peak sales activity</a:t>
          </a:r>
          <a:endParaRPr lang="en-IN" dirty="0"/>
        </a:p>
      </dgm:t>
    </dgm:pt>
    <dgm:pt modelId="{8DEFDA5F-0AEB-418A-977B-F5D5C0DEA705}" type="parTrans" cxnId="{7315ED09-68B2-48F4-88EF-FC824C3FB295}">
      <dgm:prSet/>
      <dgm:spPr/>
      <dgm:t>
        <a:bodyPr/>
        <a:lstStyle/>
        <a:p>
          <a:endParaRPr lang="en-IN"/>
        </a:p>
      </dgm:t>
    </dgm:pt>
    <dgm:pt modelId="{C8554FF0-927F-48DF-8012-9358016A6892}" type="sibTrans" cxnId="{7315ED09-68B2-48F4-88EF-FC824C3FB295}">
      <dgm:prSet/>
      <dgm:spPr/>
      <dgm:t>
        <a:bodyPr/>
        <a:lstStyle/>
        <a:p>
          <a:endParaRPr lang="en-IN"/>
        </a:p>
      </dgm:t>
    </dgm:pt>
    <dgm:pt modelId="{A2D7D0C1-CF6F-4C3C-A534-873E5A3953D9}">
      <dgm:prSet/>
      <dgm:spPr/>
      <dgm:t>
        <a:bodyPr/>
        <a:lstStyle/>
        <a:p>
          <a:r>
            <a:rPr lang="en-US" b="1"/>
            <a:t>High review ratings</a:t>
          </a:r>
          <a:r>
            <a:rPr lang="en-US" b="0"/>
            <a:t> correlate with </a:t>
          </a:r>
          <a:r>
            <a:rPr lang="en-US" b="1"/>
            <a:t>repeat purchases</a:t>
          </a:r>
          <a:endParaRPr lang="en-IN"/>
        </a:p>
      </dgm:t>
    </dgm:pt>
    <dgm:pt modelId="{7C735233-6C42-4610-ADC7-22D51F0B2A99}" type="parTrans" cxnId="{2772D072-DB8F-4F3B-A1AA-322CF77E294C}">
      <dgm:prSet/>
      <dgm:spPr/>
      <dgm:t>
        <a:bodyPr/>
        <a:lstStyle/>
        <a:p>
          <a:endParaRPr lang="en-IN"/>
        </a:p>
      </dgm:t>
    </dgm:pt>
    <dgm:pt modelId="{D717A89B-7CDD-4320-8D41-C2A1CCB51E94}" type="sibTrans" cxnId="{2772D072-DB8F-4F3B-A1AA-322CF77E294C}">
      <dgm:prSet/>
      <dgm:spPr/>
      <dgm:t>
        <a:bodyPr/>
        <a:lstStyle/>
        <a:p>
          <a:endParaRPr lang="en-IN"/>
        </a:p>
      </dgm:t>
    </dgm:pt>
    <dgm:pt modelId="{B849A720-5AEB-466E-B289-03013A99D582}" type="pres">
      <dgm:prSet presAssocID="{379F7EB6-5A28-4167-A772-B185E1060039}" presName="Name0" presStyleCnt="0">
        <dgm:presLayoutVars>
          <dgm:chMax val="7"/>
          <dgm:chPref val="7"/>
          <dgm:dir/>
        </dgm:presLayoutVars>
      </dgm:prSet>
      <dgm:spPr/>
    </dgm:pt>
    <dgm:pt modelId="{A5CF1F90-6BF2-4506-B7CB-A490465685E1}" type="pres">
      <dgm:prSet presAssocID="{379F7EB6-5A28-4167-A772-B185E1060039}" presName="Name1" presStyleCnt="0"/>
      <dgm:spPr/>
    </dgm:pt>
    <dgm:pt modelId="{0B1017C3-0B52-4F4C-8470-470542C88B87}" type="pres">
      <dgm:prSet presAssocID="{379F7EB6-5A28-4167-A772-B185E1060039}" presName="cycle" presStyleCnt="0"/>
      <dgm:spPr/>
    </dgm:pt>
    <dgm:pt modelId="{2CC1D2E6-EBF1-448E-9D72-C60E0763ADA9}" type="pres">
      <dgm:prSet presAssocID="{379F7EB6-5A28-4167-A772-B185E1060039}" presName="srcNode" presStyleLbl="node1" presStyleIdx="0" presStyleCnt="5"/>
      <dgm:spPr/>
    </dgm:pt>
    <dgm:pt modelId="{134A23A4-1AC9-4381-9BE4-31700F85ADE4}" type="pres">
      <dgm:prSet presAssocID="{379F7EB6-5A28-4167-A772-B185E1060039}" presName="conn" presStyleLbl="parChTrans1D2" presStyleIdx="0" presStyleCnt="1"/>
      <dgm:spPr/>
    </dgm:pt>
    <dgm:pt modelId="{DD5D63DC-2260-4CB7-8868-F1E9732C7B23}" type="pres">
      <dgm:prSet presAssocID="{379F7EB6-5A28-4167-A772-B185E1060039}" presName="extraNode" presStyleLbl="node1" presStyleIdx="0" presStyleCnt="5"/>
      <dgm:spPr/>
    </dgm:pt>
    <dgm:pt modelId="{64C3BE7A-FEF9-4D10-A7C5-A0333D7CA5AC}" type="pres">
      <dgm:prSet presAssocID="{379F7EB6-5A28-4167-A772-B185E1060039}" presName="dstNode" presStyleLbl="node1" presStyleIdx="0" presStyleCnt="5"/>
      <dgm:spPr/>
    </dgm:pt>
    <dgm:pt modelId="{E72D8A4F-22AE-4344-AC42-87826DF18E69}" type="pres">
      <dgm:prSet presAssocID="{1E4354EB-C87F-446F-B97E-7277E4485CB8}" presName="text_1" presStyleLbl="node1" presStyleIdx="0" presStyleCnt="5">
        <dgm:presLayoutVars>
          <dgm:bulletEnabled val="1"/>
        </dgm:presLayoutVars>
      </dgm:prSet>
      <dgm:spPr/>
    </dgm:pt>
    <dgm:pt modelId="{58570AB2-8236-43FB-AD5A-0DC9BFEEED4C}" type="pres">
      <dgm:prSet presAssocID="{1E4354EB-C87F-446F-B97E-7277E4485CB8}" presName="accent_1" presStyleCnt="0"/>
      <dgm:spPr/>
    </dgm:pt>
    <dgm:pt modelId="{1153E42C-E91C-439A-9D3B-4516B759418A}" type="pres">
      <dgm:prSet presAssocID="{1E4354EB-C87F-446F-B97E-7277E4485CB8}" presName="accentRepeatNode" presStyleLbl="solidFgAcc1" presStyleIdx="0" presStyleCnt="5"/>
      <dgm:spPr/>
    </dgm:pt>
    <dgm:pt modelId="{992024C3-17F1-47C7-A8A8-5546A6380F73}" type="pres">
      <dgm:prSet presAssocID="{E3B8C6A4-700D-437F-B445-4DD22A7DDB80}" presName="text_2" presStyleLbl="node1" presStyleIdx="1" presStyleCnt="5">
        <dgm:presLayoutVars>
          <dgm:bulletEnabled val="1"/>
        </dgm:presLayoutVars>
      </dgm:prSet>
      <dgm:spPr/>
    </dgm:pt>
    <dgm:pt modelId="{BED57786-B7CA-4131-8723-CAEF36EA8EC2}" type="pres">
      <dgm:prSet presAssocID="{E3B8C6A4-700D-437F-B445-4DD22A7DDB80}" presName="accent_2" presStyleCnt="0"/>
      <dgm:spPr/>
    </dgm:pt>
    <dgm:pt modelId="{B4476EB0-33DA-40D9-9066-46E2E35B1B4E}" type="pres">
      <dgm:prSet presAssocID="{E3B8C6A4-700D-437F-B445-4DD22A7DDB80}" presName="accentRepeatNode" presStyleLbl="solidFgAcc1" presStyleIdx="1" presStyleCnt="5"/>
      <dgm:spPr/>
    </dgm:pt>
    <dgm:pt modelId="{E422CA1D-4EE7-4E28-B426-B7144A6F2902}" type="pres">
      <dgm:prSet presAssocID="{9649EBBF-4B78-4119-9274-8B084C3206EC}" presName="text_3" presStyleLbl="node1" presStyleIdx="2" presStyleCnt="5">
        <dgm:presLayoutVars>
          <dgm:bulletEnabled val="1"/>
        </dgm:presLayoutVars>
      </dgm:prSet>
      <dgm:spPr/>
    </dgm:pt>
    <dgm:pt modelId="{44019320-AC9B-46BC-AFA5-CA19B52EC5B7}" type="pres">
      <dgm:prSet presAssocID="{9649EBBF-4B78-4119-9274-8B084C3206EC}" presName="accent_3" presStyleCnt="0"/>
      <dgm:spPr/>
    </dgm:pt>
    <dgm:pt modelId="{35303651-A715-4EA6-9C44-69B2523D6FCB}" type="pres">
      <dgm:prSet presAssocID="{9649EBBF-4B78-4119-9274-8B084C3206EC}" presName="accentRepeatNode" presStyleLbl="solidFgAcc1" presStyleIdx="2" presStyleCnt="5"/>
      <dgm:spPr/>
    </dgm:pt>
    <dgm:pt modelId="{78936EF5-A8B0-4DB6-A313-9199AC5E68A0}" type="pres">
      <dgm:prSet presAssocID="{974BD241-AD88-48AB-B1D3-EF8B98076847}" presName="text_4" presStyleLbl="node1" presStyleIdx="3" presStyleCnt="5">
        <dgm:presLayoutVars>
          <dgm:bulletEnabled val="1"/>
        </dgm:presLayoutVars>
      </dgm:prSet>
      <dgm:spPr/>
    </dgm:pt>
    <dgm:pt modelId="{51DCEB00-2D6C-42D4-8B5C-4B838F277C01}" type="pres">
      <dgm:prSet presAssocID="{974BD241-AD88-48AB-B1D3-EF8B98076847}" presName="accent_4" presStyleCnt="0"/>
      <dgm:spPr/>
    </dgm:pt>
    <dgm:pt modelId="{8C498BD1-EBF8-434D-A1B8-008EA89E3B53}" type="pres">
      <dgm:prSet presAssocID="{974BD241-AD88-48AB-B1D3-EF8B98076847}" presName="accentRepeatNode" presStyleLbl="solidFgAcc1" presStyleIdx="3" presStyleCnt="5"/>
      <dgm:spPr/>
    </dgm:pt>
    <dgm:pt modelId="{C3B63565-77C2-4347-BF9F-ADABA0F34273}" type="pres">
      <dgm:prSet presAssocID="{A2D7D0C1-CF6F-4C3C-A534-873E5A3953D9}" presName="text_5" presStyleLbl="node1" presStyleIdx="4" presStyleCnt="5">
        <dgm:presLayoutVars>
          <dgm:bulletEnabled val="1"/>
        </dgm:presLayoutVars>
      </dgm:prSet>
      <dgm:spPr/>
    </dgm:pt>
    <dgm:pt modelId="{6490F005-349D-4389-8493-2C777CD85D43}" type="pres">
      <dgm:prSet presAssocID="{A2D7D0C1-CF6F-4C3C-A534-873E5A3953D9}" presName="accent_5" presStyleCnt="0"/>
      <dgm:spPr/>
    </dgm:pt>
    <dgm:pt modelId="{6D9916F3-2FFD-4FCD-8D67-5300B0DDEBDB}" type="pres">
      <dgm:prSet presAssocID="{A2D7D0C1-CF6F-4C3C-A534-873E5A3953D9}" presName="accentRepeatNode" presStyleLbl="solidFgAcc1" presStyleIdx="4" presStyleCnt="5"/>
      <dgm:spPr/>
    </dgm:pt>
  </dgm:ptLst>
  <dgm:cxnLst>
    <dgm:cxn modelId="{EA42A204-3545-4435-9F43-D710CEC4B385}" srcId="{379F7EB6-5A28-4167-A772-B185E1060039}" destId="{9649EBBF-4B78-4119-9274-8B084C3206EC}" srcOrd="2" destOrd="0" parTransId="{97DEBDCD-863F-4A04-B137-6E646FF4B779}" sibTransId="{0BE1B54D-DF0C-4B9E-ABA4-A5056A843177}"/>
    <dgm:cxn modelId="{7315ED09-68B2-48F4-88EF-FC824C3FB295}" srcId="{379F7EB6-5A28-4167-A772-B185E1060039}" destId="{974BD241-AD88-48AB-B1D3-EF8B98076847}" srcOrd="3" destOrd="0" parTransId="{8DEFDA5F-0AEB-418A-977B-F5D5C0DEA705}" sibTransId="{C8554FF0-927F-48DF-8012-9358016A6892}"/>
    <dgm:cxn modelId="{788EC61F-C699-44A3-9060-AA783E7DC34F}" srcId="{379F7EB6-5A28-4167-A772-B185E1060039}" destId="{1E4354EB-C87F-446F-B97E-7277E4485CB8}" srcOrd="0" destOrd="0" parTransId="{38D02C8D-A8FA-4388-9A49-F93D847D311B}" sibTransId="{1086D431-7904-421D-A96D-3F0872B6561D}"/>
    <dgm:cxn modelId="{02FB255C-43E9-43DF-942D-C611B90A6691}" type="presOf" srcId="{9649EBBF-4B78-4119-9274-8B084C3206EC}" destId="{E422CA1D-4EE7-4E28-B426-B7144A6F2902}" srcOrd="0" destOrd="0" presId="urn:microsoft.com/office/officeart/2008/layout/VerticalCurvedList"/>
    <dgm:cxn modelId="{0F54FF70-F0A9-4BAE-A27A-3937D158FB0A}" type="presOf" srcId="{974BD241-AD88-48AB-B1D3-EF8B98076847}" destId="{78936EF5-A8B0-4DB6-A313-9199AC5E68A0}" srcOrd="0" destOrd="0" presId="urn:microsoft.com/office/officeart/2008/layout/VerticalCurvedList"/>
    <dgm:cxn modelId="{2772D072-DB8F-4F3B-A1AA-322CF77E294C}" srcId="{379F7EB6-5A28-4167-A772-B185E1060039}" destId="{A2D7D0C1-CF6F-4C3C-A534-873E5A3953D9}" srcOrd="4" destOrd="0" parTransId="{7C735233-6C42-4610-ADC7-22D51F0B2A99}" sibTransId="{D717A89B-7CDD-4320-8D41-C2A1CCB51E94}"/>
    <dgm:cxn modelId="{51248673-8247-4BE6-9608-D05F4A0186CD}" type="presOf" srcId="{1086D431-7904-421D-A96D-3F0872B6561D}" destId="{134A23A4-1AC9-4381-9BE4-31700F85ADE4}" srcOrd="0" destOrd="0" presId="urn:microsoft.com/office/officeart/2008/layout/VerticalCurvedList"/>
    <dgm:cxn modelId="{7460E693-C8CF-47AE-95A4-7BEFEDCDD63A}" type="presOf" srcId="{1E4354EB-C87F-446F-B97E-7277E4485CB8}" destId="{E72D8A4F-22AE-4344-AC42-87826DF18E69}" srcOrd="0" destOrd="0" presId="urn:microsoft.com/office/officeart/2008/layout/VerticalCurvedList"/>
    <dgm:cxn modelId="{85620A94-EE44-4963-9A72-1D09B7E7DF05}" type="presOf" srcId="{379F7EB6-5A28-4167-A772-B185E1060039}" destId="{B849A720-5AEB-466E-B289-03013A99D582}" srcOrd="0" destOrd="0" presId="urn:microsoft.com/office/officeart/2008/layout/VerticalCurvedList"/>
    <dgm:cxn modelId="{CED13A98-3C9F-4E03-88B1-C737271BAD78}" type="presOf" srcId="{A2D7D0C1-CF6F-4C3C-A534-873E5A3953D9}" destId="{C3B63565-77C2-4347-BF9F-ADABA0F34273}" srcOrd="0" destOrd="0" presId="urn:microsoft.com/office/officeart/2008/layout/VerticalCurvedList"/>
    <dgm:cxn modelId="{5421569E-73E4-4DBC-B095-1BB7AA5A8467}" type="presOf" srcId="{E3B8C6A4-700D-437F-B445-4DD22A7DDB80}" destId="{992024C3-17F1-47C7-A8A8-5546A6380F73}" srcOrd="0" destOrd="0" presId="urn:microsoft.com/office/officeart/2008/layout/VerticalCurvedList"/>
    <dgm:cxn modelId="{466FEDD4-A1B1-414D-89AD-4D605B953043}" srcId="{379F7EB6-5A28-4167-A772-B185E1060039}" destId="{E3B8C6A4-700D-437F-B445-4DD22A7DDB80}" srcOrd="1" destOrd="0" parTransId="{DDB9A120-7FD6-4DF8-8FEA-C32AA149AA76}" sibTransId="{A675B995-4864-4DC1-85A9-9316EF9B25E9}"/>
    <dgm:cxn modelId="{C1FF4C8B-5C9D-4D18-BC5E-E5E229FFFE06}" type="presParOf" srcId="{B849A720-5AEB-466E-B289-03013A99D582}" destId="{A5CF1F90-6BF2-4506-B7CB-A490465685E1}" srcOrd="0" destOrd="0" presId="urn:microsoft.com/office/officeart/2008/layout/VerticalCurvedList"/>
    <dgm:cxn modelId="{DB7CC437-F26B-436F-9E6C-1A72487FB452}" type="presParOf" srcId="{A5CF1F90-6BF2-4506-B7CB-A490465685E1}" destId="{0B1017C3-0B52-4F4C-8470-470542C88B87}" srcOrd="0" destOrd="0" presId="urn:microsoft.com/office/officeart/2008/layout/VerticalCurvedList"/>
    <dgm:cxn modelId="{4E9AF1E7-1D57-4A68-BE36-5B7B8F2B9073}" type="presParOf" srcId="{0B1017C3-0B52-4F4C-8470-470542C88B87}" destId="{2CC1D2E6-EBF1-448E-9D72-C60E0763ADA9}" srcOrd="0" destOrd="0" presId="urn:microsoft.com/office/officeart/2008/layout/VerticalCurvedList"/>
    <dgm:cxn modelId="{6A2C15F3-84D9-4392-9105-17796EEE0BDB}" type="presParOf" srcId="{0B1017C3-0B52-4F4C-8470-470542C88B87}" destId="{134A23A4-1AC9-4381-9BE4-31700F85ADE4}" srcOrd="1" destOrd="0" presId="urn:microsoft.com/office/officeart/2008/layout/VerticalCurvedList"/>
    <dgm:cxn modelId="{59BF5710-FF78-4E91-B625-186F15FB968A}" type="presParOf" srcId="{0B1017C3-0B52-4F4C-8470-470542C88B87}" destId="{DD5D63DC-2260-4CB7-8868-F1E9732C7B23}" srcOrd="2" destOrd="0" presId="urn:microsoft.com/office/officeart/2008/layout/VerticalCurvedList"/>
    <dgm:cxn modelId="{491FDD46-17A7-456F-9342-81E21DC75248}" type="presParOf" srcId="{0B1017C3-0B52-4F4C-8470-470542C88B87}" destId="{64C3BE7A-FEF9-4D10-A7C5-A0333D7CA5AC}" srcOrd="3" destOrd="0" presId="urn:microsoft.com/office/officeart/2008/layout/VerticalCurvedList"/>
    <dgm:cxn modelId="{303BF081-0B1A-43D7-9672-C9941141D711}" type="presParOf" srcId="{A5CF1F90-6BF2-4506-B7CB-A490465685E1}" destId="{E72D8A4F-22AE-4344-AC42-87826DF18E69}" srcOrd="1" destOrd="0" presId="urn:microsoft.com/office/officeart/2008/layout/VerticalCurvedList"/>
    <dgm:cxn modelId="{1A0B879A-8690-47BA-993D-591378C98A1F}" type="presParOf" srcId="{A5CF1F90-6BF2-4506-B7CB-A490465685E1}" destId="{58570AB2-8236-43FB-AD5A-0DC9BFEEED4C}" srcOrd="2" destOrd="0" presId="urn:microsoft.com/office/officeart/2008/layout/VerticalCurvedList"/>
    <dgm:cxn modelId="{0B648F08-FC9C-4D40-ABBB-7630DF3EBEE9}" type="presParOf" srcId="{58570AB2-8236-43FB-AD5A-0DC9BFEEED4C}" destId="{1153E42C-E91C-439A-9D3B-4516B759418A}" srcOrd="0" destOrd="0" presId="urn:microsoft.com/office/officeart/2008/layout/VerticalCurvedList"/>
    <dgm:cxn modelId="{03CA8AF2-E0B8-4EDA-BFF4-FD409C18684C}" type="presParOf" srcId="{A5CF1F90-6BF2-4506-B7CB-A490465685E1}" destId="{992024C3-17F1-47C7-A8A8-5546A6380F73}" srcOrd="3" destOrd="0" presId="urn:microsoft.com/office/officeart/2008/layout/VerticalCurvedList"/>
    <dgm:cxn modelId="{65D8EF6F-8F66-45BD-A7B8-C3EB8ADAACEE}" type="presParOf" srcId="{A5CF1F90-6BF2-4506-B7CB-A490465685E1}" destId="{BED57786-B7CA-4131-8723-CAEF36EA8EC2}" srcOrd="4" destOrd="0" presId="urn:microsoft.com/office/officeart/2008/layout/VerticalCurvedList"/>
    <dgm:cxn modelId="{5777CBA0-342D-49F7-B9DE-5D3216034584}" type="presParOf" srcId="{BED57786-B7CA-4131-8723-CAEF36EA8EC2}" destId="{B4476EB0-33DA-40D9-9066-46E2E35B1B4E}" srcOrd="0" destOrd="0" presId="urn:microsoft.com/office/officeart/2008/layout/VerticalCurvedList"/>
    <dgm:cxn modelId="{40EB5915-EE4F-4D9F-866D-67EB9698DBC3}" type="presParOf" srcId="{A5CF1F90-6BF2-4506-B7CB-A490465685E1}" destId="{E422CA1D-4EE7-4E28-B426-B7144A6F2902}" srcOrd="5" destOrd="0" presId="urn:microsoft.com/office/officeart/2008/layout/VerticalCurvedList"/>
    <dgm:cxn modelId="{8447A0A0-F33A-444A-AB22-EA242E3E5C19}" type="presParOf" srcId="{A5CF1F90-6BF2-4506-B7CB-A490465685E1}" destId="{44019320-AC9B-46BC-AFA5-CA19B52EC5B7}" srcOrd="6" destOrd="0" presId="urn:microsoft.com/office/officeart/2008/layout/VerticalCurvedList"/>
    <dgm:cxn modelId="{23F571AD-6820-42E3-8ED7-99386312D9DB}" type="presParOf" srcId="{44019320-AC9B-46BC-AFA5-CA19B52EC5B7}" destId="{35303651-A715-4EA6-9C44-69B2523D6FCB}" srcOrd="0" destOrd="0" presId="urn:microsoft.com/office/officeart/2008/layout/VerticalCurvedList"/>
    <dgm:cxn modelId="{C6772E5C-E5CE-4F10-95EA-4331A555EC71}" type="presParOf" srcId="{A5CF1F90-6BF2-4506-B7CB-A490465685E1}" destId="{78936EF5-A8B0-4DB6-A313-9199AC5E68A0}" srcOrd="7" destOrd="0" presId="urn:microsoft.com/office/officeart/2008/layout/VerticalCurvedList"/>
    <dgm:cxn modelId="{E41F1181-1616-4B91-A535-537E92D2D87E}" type="presParOf" srcId="{A5CF1F90-6BF2-4506-B7CB-A490465685E1}" destId="{51DCEB00-2D6C-42D4-8B5C-4B838F277C01}" srcOrd="8" destOrd="0" presId="urn:microsoft.com/office/officeart/2008/layout/VerticalCurvedList"/>
    <dgm:cxn modelId="{34FD0660-98F6-4588-83B1-ED87AA706390}" type="presParOf" srcId="{51DCEB00-2D6C-42D4-8B5C-4B838F277C01}" destId="{8C498BD1-EBF8-434D-A1B8-008EA89E3B53}" srcOrd="0" destOrd="0" presId="urn:microsoft.com/office/officeart/2008/layout/VerticalCurvedList"/>
    <dgm:cxn modelId="{7B830EFD-5471-41F1-BA84-07D7F1430560}" type="presParOf" srcId="{A5CF1F90-6BF2-4506-B7CB-A490465685E1}" destId="{C3B63565-77C2-4347-BF9F-ADABA0F34273}" srcOrd="9" destOrd="0" presId="urn:microsoft.com/office/officeart/2008/layout/VerticalCurvedList"/>
    <dgm:cxn modelId="{352CB0BF-AAA8-425E-8EFE-1BB7217A25CB}" type="presParOf" srcId="{A5CF1F90-6BF2-4506-B7CB-A490465685E1}" destId="{6490F005-349D-4389-8493-2C777CD85D43}" srcOrd="10" destOrd="0" presId="urn:microsoft.com/office/officeart/2008/layout/VerticalCurvedList"/>
    <dgm:cxn modelId="{72F975EB-A900-4A0B-A1E2-C74E10E3433F}" type="presParOf" srcId="{6490F005-349D-4389-8493-2C777CD85D43}" destId="{6D9916F3-2FFD-4FCD-8D67-5300B0DDEBD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1EC08A1-DFB7-4A80-A3B1-AAA287ABCA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CB19DDE-C81C-449F-83A3-075F30D47D99}">
      <dgm:prSet/>
      <dgm:spPr/>
      <dgm:t>
        <a:bodyPr/>
        <a:lstStyle/>
        <a:p>
          <a:r>
            <a:rPr lang="en-US" b="1"/>
            <a:t>Focus on high‑revenue categories</a:t>
          </a:r>
          <a:r>
            <a:rPr lang="en-US"/>
            <a:t> (Clothing &amp; Accessories) for marketing and inventory planning</a:t>
          </a:r>
          <a:endParaRPr lang="en-IN"/>
        </a:p>
      </dgm:t>
    </dgm:pt>
    <dgm:pt modelId="{3419C5CA-9B9B-4171-A3DE-A01EF4845D35}" type="parTrans" cxnId="{5A878940-B84B-4B77-BA95-60744C61DCF9}">
      <dgm:prSet/>
      <dgm:spPr/>
      <dgm:t>
        <a:bodyPr/>
        <a:lstStyle/>
        <a:p>
          <a:endParaRPr lang="en-IN"/>
        </a:p>
      </dgm:t>
    </dgm:pt>
    <dgm:pt modelId="{AA4D8C45-DAC2-493A-953A-44772BC13E21}" type="sibTrans" cxnId="{5A878940-B84B-4B77-BA95-60744C61DCF9}">
      <dgm:prSet/>
      <dgm:spPr/>
      <dgm:t>
        <a:bodyPr/>
        <a:lstStyle/>
        <a:p>
          <a:endParaRPr lang="en-IN"/>
        </a:p>
      </dgm:t>
    </dgm:pt>
    <dgm:pt modelId="{E7135E8F-A837-437E-A340-92D90781B9AF}">
      <dgm:prSet/>
      <dgm:spPr/>
      <dgm:t>
        <a:bodyPr/>
        <a:lstStyle/>
        <a:p>
          <a:r>
            <a:rPr lang="en-IN"/>
            <a:t>Target 26–55 age group</a:t>
          </a:r>
        </a:p>
      </dgm:t>
    </dgm:pt>
    <dgm:pt modelId="{D03F1B3D-9D91-4D4C-ABA7-A436EBEE889E}" type="parTrans" cxnId="{2FA70783-A1EF-4702-B4CD-7E3B81BEC0FA}">
      <dgm:prSet/>
      <dgm:spPr/>
      <dgm:t>
        <a:bodyPr/>
        <a:lstStyle/>
        <a:p>
          <a:endParaRPr lang="en-IN"/>
        </a:p>
      </dgm:t>
    </dgm:pt>
    <dgm:pt modelId="{FFFE4358-A70E-44AC-897B-60BA450FB1DD}" type="sibTrans" cxnId="{2FA70783-A1EF-4702-B4CD-7E3B81BEC0FA}">
      <dgm:prSet/>
      <dgm:spPr/>
      <dgm:t>
        <a:bodyPr/>
        <a:lstStyle/>
        <a:p>
          <a:endParaRPr lang="en-IN"/>
        </a:p>
      </dgm:t>
    </dgm:pt>
    <dgm:pt modelId="{0F480BF9-9C2F-43DF-B5EE-858972A7BE61}">
      <dgm:prSet/>
      <dgm:spPr/>
      <dgm:t>
        <a:bodyPr/>
        <a:lstStyle/>
        <a:p>
          <a:r>
            <a:rPr lang="en-US" b="1"/>
            <a:t>Engage female customers</a:t>
          </a:r>
          <a:r>
            <a:rPr lang="en-US"/>
            <a:t> through loyalty programs and personalized offers</a:t>
          </a:r>
          <a:endParaRPr lang="en-IN"/>
        </a:p>
      </dgm:t>
    </dgm:pt>
    <dgm:pt modelId="{9FACAC3A-0532-4426-943B-A4B4E4933812}" type="parTrans" cxnId="{6846DDEA-D294-4DD2-83D6-B09582350553}">
      <dgm:prSet/>
      <dgm:spPr/>
      <dgm:t>
        <a:bodyPr/>
        <a:lstStyle/>
        <a:p>
          <a:endParaRPr lang="en-IN"/>
        </a:p>
      </dgm:t>
    </dgm:pt>
    <dgm:pt modelId="{C4A6D3BC-6347-401A-B874-CC27FA77D03A}" type="sibTrans" cxnId="{6846DDEA-D294-4DD2-83D6-B09582350553}">
      <dgm:prSet/>
      <dgm:spPr/>
      <dgm:t>
        <a:bodyPr/>
        <a:lstStyle/>
        <a:p>
          <a:endParaRPr lang="en-IN"/>
        </a:p>
      </dgm:t>
    </dgm:pt>
    <dgm:pt modelId="{4D79CD2E-909D-43E7-9149-0D3AA3030F47}">
      <dgm:prSet/>
      <dgm:spPr/>
      <dgm:t>
        <a:bodyPr/>
        <a:lstStyle/>
        <a:p>
          <a:r>
            <a:rPr lang="en-US" b="1"/>
            <a:t>Plan inventory around seasonal peaks</a:t>
          </a:r>
          <a:r>
            <a:rPr lang="en-US"/>
            <a:t> </a:t>
          </a:r>
          <a:endParaRPr lang="en-IN"/>
        </a:p>
      </dgm:t>
    </dgm:pt>
    <dgm:pt modelId="{42D32204-F191-4614-AB44-D533F94C9E01}" type="parTrans" cxnId="{F660553F-2F10-4E2A-8450-46DC1B949EE9}">
      <dgm:prSet/>
      <dgm:spPr/>
      <dgm:t>
        <a:bodyPr/>
        <a:lstStyle/>
        <a:p>
          <a:endParaRPr lang="en-IN"/>
        </a:p>
      </dgm:t>
    </dgm:pt>
    <dgm:pt modelId="{F546E1C0-AFC1-4061-818E-8F3AD0778B90}" type="sibTrans" cxnId="{F660553F-2F10-4E2A-8450-46DC1B949EE9}">
      <dgm:prSet/>
      <dgm:spPr/>
      <dgm:t>
        <a:bodyPr/>
        <a:lstStyle/>
        <a:p>
          <a:endParaRPr lang="en-IN"/>
        </a:p>
      </dgm:t>
    </dgm:pt>
    <dgm:pt modelId="{8B9E90C3-1BEF-49D4-8E69-13768C26EC94}" type="pres">
      <dgm:prSet presAssocID="{C1EC08A1-DFB7-4A80-A3B1-AAA287ABCA34}" presName="linear" presStyleCnt="0">
        <dgm:presLayoutVars>
          <dgm:animLvl val="lvl"/>
          <dgm:resizeHandles val="exact"/>
        </dgm:presLayoutVars>
      </dgm:prSet>
      <dgm:spPr/>
    </dgm:pt>
    <dgm:pt modelId="{C64032E9-D833-4BF8-A9D6-111B6146E32A}" type="pres">
      <dgm:prSet presAssocID="{FCB19DDE-C81C-449F-83A3-075F30D47D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90EC13-9132-42B8-BB0F-7A5EC679472E}" type="pres">
      <dgm:prSet presAssocID="{AA4D8C45-DAC2-493A-953A-44772BC13E21}" presName="spacer" presStyleCnt="0"/>
      <dgm:spPr/>
    </dgm:pt>
    <dgm:pt modelId="{A2E5BDF2-A4E1-455C-8FF4-2D7ECA7F49A3}" type="pres">
      <dgm:prSet presAssocID="{E7135E8F-A837-437E-A340-92D90781B9A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69F53E-E090-454F-BDE9-E0CE7D455F6B}" type="pres">
      <dgm:prSet presAssocID="{FFFE4358-A70E-44AC-897B-60BA450FB1DD}" presName="spacer" presStyleCnt="0"/>
      <dgm:spPr/>
    </dgm:pt>
    <dgm:pt modelId="{E98FD16F-3417-4D03-80E9-B86F39E56CF7}" type="pres">
      <dgm:prSet presAssocID="{0F480BF9-9C2F-43DF-B5EE-858972A7BE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EE3E79-3DE4-4354-8987-9AE4F6DB157F}" type="pres">
      <dgm:prSet presAssocID="{C4A6D3BC-6347-401A-B874-CC27FA77D03A}" presName="spacer" presStyleCnt="0"/>
      <dgm:spPr/>
    </dgm:pt>
    <dgm:pt modelId="{FEC3A9D6-BEF5-451F-BA35-246672291D27}" type="pres">
      <dgm:prSet presAssocID="{4D79CD2E-909D-43E7-9149-0D3AA3030F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E4CFA24-F628-49DD-B11B-234178E40842}" type="presOf" srcId="{C1EC08A1-DFB7-4A80-A3B1-AAA287ABCA34}" destId="{8B9E90C3-1BEF-49D4-8E69-13768C26EC94}" srcOrd="0" destOrd="0" presId="urn:microsoft.com/office/officeart/2005/8/layout/vList2"/>
    <dgm:cxn modelId="{F660553F-2F10-4E2A-8450-46DC1B949EE9}" srcId="{C1EC08A1-DFB7-4A80-A3B1-AAA287ABCA34}" destId="{4D79CD2E-909D-43E7-9149-0D3AA3030F47}" srcOrd="3" destOrd="0" parTransId="{42D32204-F191-4614-AB44-D533F94C9E01}" sibTransId="{F546E1C0-AFC1-4061-818E-8F3AD0778B90}"/>
    <dgm:cxn modelId="{5A878940-B84B-4B77-BA95-60744C61DCF9}" srcId="{C1EC08A1-DFB7-4A80-A3B1-AAA287ABCA34}" destId="{FCB19DDE-C81C-449F-83A3-075F30D47D99}" srcOrd="0" destOrd="0" parTransId="{3419C5CA-9B9B-4171-A3DE-A01EF4845D35}" sibTransId="{AA4D8C45-DAC2-493A-953A-44772BC13E21}"/>
    <dgm:cxn modelId="{0E0DA853-E915-4519-B056-6DAD401824DB}" type="presOf" srcId="{4D79CD2E-909D-43E7-9149-0D3AA3030F47}" destId="{FEC3A9D6-BEF5-451F-BA35-246672291D27}" srcOrd="0" destOrd="0" presId="urn:microsoft.com/office/officeart/2005/8/layout/vList2"/>
    <dgm:cxn modelId="{2FA70783-A1EF-4702-B4CD-7E3B81BEC0FA}" srcId="{C1EC08A1-DFB7-4A80-A3B1-AAA287ABCA34}" destId="{E7135E8F-A837-437E-A340-92D90781B9AF}" srcOrd="1" destOrd="0" parTransId="{D03F1B3D-9D91-4D4C-ABA7-A436EBEE889E}" sibTransId="{FFFE4358-A70E-44AC-897B-60BA450FB1DD}"/>
    <dgm:cxn modelId="{8D47649A-F8A6-41C9-9916-6C1190D7D1E6}" type="presOf" srcId="{E7135E8F-A837-437E-A340-92D90781B9AF}" destId="{A2E5BDF2-A4E1-455C-8FF4-2D7ECA7F49A3}" srcOrd="0" destOrd="0" presId="urn:microsoft.com/office/officeart/2005/8/layout/vList2"/>
    <dgm:cxn modelId="{42D8C0D6-5D8F-4DDF-897E-D6B9AF520E6C}" type="presOf" srcId="{FCB19DDE-C81C-449F-83A3-075F30D47D99}" destId="{C64032E9-D833-4BF8-A9D6-111B6146E32A}" srcOrd="0" destOrd="0" presId="urn:microsoft.com/office/officeart/2005/8/layout/vList2"/>
    <dgm:cxn modelId="{333AA5E0-FDDE-491E-AA3E-783DF40082C4}" type="presOf" srcId="{0F480BF9-9C2F-43DF-B5EE-858972A7BE61}" destId="{E98FD16F-3417-4D03-80E9-B86F39E56CF7}" srcOrd="0" destOrd="0" presId="urn:microsoft.com/office/officeart/2005/8/layout/vList2"/>
    <dgm:cxn modelId="{6846DDEA-D294-4DD2-83D6-B09582350553}" srcId="{C1EC08A1-DFB7-4A80-A3B1-AAA287ABCA34}" destId="{0F480BF9-9C2F-43DF-B5EE-858972A7BE61}" srcOrd="2" destOrd="0" parTransId="{9FACAC3A-0532-4426-943B-A4B4E4933812}" sibTransId="{C4A6D3BC-6347-401A-B874-CC27FA77D03A}"/>
    <dgm:cxn modelId="{1F83CA48-7CDF-4663-B076-1625EDFCB927}" type="presParOf" srcId="{8B9E90C3-1BEF-49D4-8E69-13768C26EC94}" destId="{C64032E9-D833-4BF8-A9D6-111B6146E32A}" srcOrd="0" destOrd="0" presId="urn:microsoft.com/office/officeart/2005/8/layout/vList2"/>
    <dgm:cxn modelId="{D388FBAC-2776-493E-A06E-0803E9ECEF7D}" type="presParOf" srcId="{8B9E90C3-1BEF-49D4-8E69-13768C26EC94}" destId="{DE90EC13-9132-42B8-BB0F-7A5EC679472E}" srcOrd="1" destOrd="0" presId="urn:microsoft.com/office/officeart/2005/8/layout/vList2"/>
    <dgm:cxn modelId="{8E1D7A70-7CDB-4084-8B29-90A427AED814}" type="presParOf" srcId="{8B9E90C3-1BEF-49D4-8E69-13768C26EC94}" destId="{A2E5BDF2-A4E1-455C-8FF4-2D7ECA7F49A3}" srcOrd="2" destOrd="0" presId="urn:microsoft.com/office/officeart/2005/8/layout/vList2"/>
    <dgm:cxn modelId="{30107978-BD86-44C7-93E5-C1C9A211D087}" type="presParOf" srcId="{8B9E90C3-1BEF-49D4-8E69-13768C26EC94}" destId="{0869F53E-E090-454F-BDE9-E0CE7D455F6B}" srcOrd="3" destOrd="0" presId="urn:microsoft.com/office/officeart/2005/8/layout/vList2"/>
    <dgm:cxn modelId="{77CF0082-C379-46E9-95B0-A0E70FC14731}" type="presParOf" srcId="{8B9E90C3-1BEF-49D4-8E69-13768C26EC94}" destId="{E98FD16F-3417-4D03-80E9-B86F39E56CF7}" srcOrd="4" destOrd="0" presId="urn:microsoft.com/office/officeart/2005/8/layout/vList2"/>
    <dgm:cxn modelId="{501F0F20-8486-4604-B93B-62F0DFFB0DE3}" type="presParOf" srcId="{8B9E90C3-1BEF-49D4-8E69-13768C26EC94}" destId="{EDEE3E79-3DE4-4354-8987-9AE4F6DB157F}" srcOrd="5" destOrd="0" presId="urn:microsoft.com/office/officeart/2005/8/layout/vList2"/>
    <dgm:cxn modelId="{D73598A2-8808-4628-B0E7-C5433BA1714F}" type="presParOf" srcId="{8B9E90C3-1BEF-49D4-8E69-13768C26EC94}" destId="{FEC3A9D6-BEF5-451F-BA35-246672291D2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1160B4-BBF7-44AE-8593-B42DB90B85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D8D2291-840D-4628-BA9F-3F236470F68F}">
      <dgm:prSet/>
      <dgm:spPr/>
      <dgm:t>
        <a:bodyPr/>
        <a:lstStyle/>
        <a:p>
          <a:r>
            <a:rPr lang="en-IN" dirty="0"/>
            <a:t>    Recommendation</a:t>
          </a:r>
        </a:p>
      </dgm:t>
    </dgm:pt>
    <dgm:pt modelId="{B41A363C-F8C7-422F-A5BF-EA92F8908097}" type="parTrans" cxnId="{0E43B46A-9A20-4B78-91D5-9980314D9E2A}">
      <dgm:prSet/>
      <dgm:spPr/>
      <dgm:t>
        <a:bodyPr/>
        <a:lstStyle/>
        <a:p>
          <a:endParaRPr lang="en-IN"/>
        </a:p>
      </dgm:t>
    </dgm:pt>
    <dgm:pt modelId="{1B78F2AC-6680-4FCA-A737-96F67F2E3490}" type="sibTrans" cxnId="{0E43B46A-9A20-4B78-91D5-9980314D9E2A}">
      <dgm:prSet/>
      <dgm:spPr/>
      <dgm:t>
        <a:bodyPr/>
        <a:lstStyle/>
        <a:p>
          <a:endParaRPr lang="en-IN"/>
        </a:p>
      </dgm:t>
    </dgm:pt>
    <dgm:pt modelId="{6FA84993-C207-4337-B94D-2AB45659E329}" type="pres">
      <dgm:prSet presAssocID="{881160B4-BBF7-44AE-8593-B42DB90B8516}" presName="linear" presStyleCnt="0">
        <dgm:presLayoutVars>
          <dgm:animLvl val="lvl"/>
          <dgm:resizeHandles val="exact"/>
        </dgm:presLayoutVars>
      </dgm:prSet>
      <dgm:spPr/>
    </dgm:pt>
    <dgm:pt modelId="{E4C4EE77-9A9F-4F38-8795-BCF1B3C98149}" type="pres">
      <dgm:prSet presAssocID="{4D8D2291-840D-4628-BA9F-3F236470F68F}" presName="parentText" presStyleLbl="node1" presStyleIdx="0" presStyleCnt="1" custLinFactNeighborX="17124" custLinFactNeighborY="-47284">
        <dgm:presLayoutVars>
          <dgm:chMax val="0"/>
          <dgm:bulletEnabled val="1"/>
        </dgm:presLayoutVars>
      </dgm:prSet>
      <dgm:spPr/>
    </dgm:pt>
  </dgm:ptLst>
  <dgm:cxnLst>
    <dgm:cxn modelId="{776D7512-5E7D-4F84-8BE3-013C9150AE4D}" type="presOf" srcId="{4D8D2291-840D-4628-BA9F-3F236470F68F}" destId="{E4C4EE77-9A9F-4F38-8795-BCF1B3C98149}" srcOrd="0" destOrd="0" presId="urn:microsoft.com/office/officeart/2005/8/layout/vList2"/>
    <dgm:cxn modelId="{0E43B46A-9A20-4B78-91D5-9980314D9E2A}" srcId="{881160B4-BBF7-44AE-8593-B42DB90B8516}" destId="{4D8D2291-840D-4628-BA9F-3F236470F68F}" srcOrd="0" destOrd="0" parTransId="{B41A363C-F8C7-422F-A5BF-EA92F8908097}" sibTransId="{1B78F2AC-6680-4FCA-A737-96F67F2E3490}"/>
    <dgm:cxn modelId="{F44CA058-764C-4CEB-A606-530F12486D59}" type="presOf" srcId="{881160B4-BBF7-44AE-8593-B42DB90B8516}" destId="{6FA84993-C207-4337-B94D-2AB45659E329}" srcOrd="0" destOrd="0" presId="urn:microsoft.com/office/officeart/2005/8/layout/vList2"/>
    <dgm:cxn modelId="{A47C459C-444A-45D4-B702-6560903B414D}" type="presParOf" srcId="{6FA84993-C207-4337-B94D-2AB45659E329}" destId="{E4C4EE77-9A9F-4F38-8795-BCF1B3C9814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41A54-211C-48F5-9CFA-AB1ED9D9B0E2}">
      <dsp:nvSpPr>
        <dsp:cNvPr id="0" name=""/>
        <dsp:cNvSpPr/>
      </dsp:nvSpPr>
      <dsp:spPr>
        <a:xfrm>
          <a:off x="-5781630" y="-884908"/>
          <a:ext cx="6883236" cy="6883236"/>
        </a:xfrm>
        <a:prstGeom prst="blockArc">
          <a:avLst>
            <a:gd name="adj1" fmla="val 18900000"/>
            <a:gd name="adj2" fmla="val 2700000"/>
            <a:gd name="adj3" fmla="val 31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4AFD4B-FB0D-4206-90D9-C234C82C99D7}">
      <dsp:nvSpPr>
        <dsp:cNvPr id="0" name=""/>
        <dsp:cNvSpPr/>
      </dsp:nvSpPr>
      <dsp:spPr>
        <a:xfrm>
          <a:off x="410434" y="269272"/>
          <a:ext cx="4613901" cy="538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308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kern="1200"/>
            <a:t>1. Problem Statement</a:t>
          </a:r>
          <a:endParaRPr lang="en-IN" sz="2900" kern="1200"/>
        </a:p>
      </dsp:txBody>
      <dsp:txXfrm>
        <a:off x="410434" y="269272"/>
        <a:ext cx="4613901" cy="538340"/>
      </dsp:txXfrm>
    </dsp:sp>
    <dsp:sp modelId="{BD6EE31E-7652-47B5-92A1-EF272B898D47}">
      <dsp:nvSpPr>
        <dsp:cNvPr id="0" name=""/>
        <dsp:cNvSpPr/>
      </dsp:nvSpPr>
      <dsp:spPr>
        <a:xfrm>
          <a:off x="153235" y="129203"/>
          <a:ext cx="672926" cy="67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6C122-BF59-49C0-84A3-DB6E76F7D7C5}">
      <dsp:nvSpPr>
        <dsp:cNvPr id="0" name=""/>
        <dsp:cNvSpPr/>
      </dsp:nvSpPr>
      <dsp:spPr>
        <a:xfrm>
          <a:off x="853256" y="1076681"/>
          <a:ext cx="4171079" cy="538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308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kern="1200" dirty="0"/>
            <a:t>2. Data Understanding</a:t>
          </a:r>
          <a:endParaRPr lang="en-IN" sz="2900" kern="1200" dirty="0"/>
        </a:p>
      </dsp:txBody>
      <dsp:txXfrm>
        <a:off x="853256" y="1076681"/>
        <a:ext cx="4171079" cy="538340"/>
      </dsp:txXfrm>
    </dsp:sp>
    <dsp:sp modelId="{65D694AC-76AA-4E75-B5CD-4C5D2DFF19A0}">
      <dsp:nvSpPr>
        <dsp:cNvPr id="0" name=""/>
        <dsp:cNvSpPr/>
      </dsp:nvSpPr>
      <dsp:spPr>
        <a:xfrm>
          <a:off x="516793" y="1009389"/>
          <a:ext cx="672926" cy="67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35C57-DFEE-42C9-9A68-1364A9685762}">
      <dsp:nvSpPr>
        <dsp:cNvPr id="0" name=""/>
        <dsp:cNvSpPr/>
      </dsp:nvSpPr>
      <dsp:spPr>
        <a:xfrm>
          <a:off x="1055748" y="1884090"/>
          <a:ext cx="3968587" cy="538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308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kern="1200" dirty="0"/>
            <a:t>3. Univariate Analysis</a:t>
          </a:r>
          <a:endParaRPr lang="en-IN" sz="2900" kern="1200" dirty="0"/>
        </a:p>
      </dsp:txBody>
      <dsp:txXfrm>
        <a:off x="1055748" y="1884090"/>
        <a:ext cx="3968587" cy="538340"/>
      </dsp:txXfrm>
    </dsp:sp>
    <dsp:sp modelId="{42A208E8-60F7-4894-9273-94C91E900263}">
      <dsp:nvSpPr>
        <dsp:cNvPr id="0" name=""/>
        <dsp:cNvSpPr/>
      </dsp:nvSpPr>
      <dsp:spPr>
        <a:xfrm>
          <a:off x="719285" y="1816798"/>
          <a:ext cx="672926" cy="67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FF6DD-B481-472C-B7E6-06EBCE3C6AC3}">
      <dsp:nvSpPr>
        <dsp:cNvPr id="0" name=""/>
        <dsp:cNvSpPr/>
      </dsp:nvSpPr>
      <dsp:spPr>
        <a:xfrm>
          <a:off x="1055748" y="2690988"/>
          <a:ext cx="3968587" cy="538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308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kern="1200"/>
            <a:t>4. Bivariate Analysis </a:t>
          </a:r>
          <a:endParaRPr lang="en-IN" sz="2900" kern="1200"/>
        </a:p>
      </dsp:txBody>
      <dsp:txXfrm>
        <a:off x="1055748" y="2690988"/>
        <a:ext cx="3968587" cy="538340"/>
      </dsp:txXfrm>
    </dsp:sp>
    <dsp:sp modelId="{EE50E0BA-F1EB-4DCA-AF81-BCDDDC2CDF0D}">
      <dsp:nvSpPr>
        <dsp:cNvPr id="0" name=""/>
        <dsp:cNvSpPr/>
      </dsp:nvSpPr>
      <dsp:spPr>
        <a:xfrm>
          <a:off x="719285" y="2623695"/>
          <a:ext cx="672926" cy="67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AFFC0-7415-4A13-B6EE-5C0FEC0CAD6C}">
      <dsp:nvSpPr>
        <dsp:cNvPr id="0" name=""/>
        <dsp:cNvSpPr/>
      </dsp:nvSpPr>
      <dsp:spPr>
        <a:xfrm>
          <a:off x="853256" y="3498397"/>
          <a:ext cx="4171079" cy="538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308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kern="1200"/>
            <a:t>5. Insights</a:t>
          </a:r>
          <a:endParaRPr lang="en-IN" sz="2900" kern="1200"/>
        </a:p>
      </dsp:txBody>
      <dsp:txXfrm>
        <a:off x="853256" y="3498397"/>
        <a:ext cx="4171079" cy="538340"/>
      </dsp:txXfrm>
    </dsp:sp>
    <dsp:sp modelId="{8D6A3E2A-CE1D-46A0-ACCF-EDEC2BD5CBD0}">
      <dsp:nvSpPr>
        <dsp:cNvPr id="0" name=""/>
        <dsp:cNvSpPr/>
      </dsp:nvSpPr>
      <dsp:spPr>
        <a:xfrm>
          <a:off x="516793" y="3431104"/>
          <a:ext cx="672926" cy="67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845C5-1995-4A36-8B81-B93CF87B1243}">
      <dsp:nvSpPr>
        <dsp:cNvPr id="0" name=""/>
        <dsp:cNvSpPr/>
      </dsp:nvSpPr>
      <dsp:spPr>
        <a:xfrm>
          <a:off x="410434" y="4305806"/>
          <a:ext cx="4613901" cy="538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7308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0" kern="1200"/>
            <a:t>6. Recommendations</a:t>
          </a:r>
          <a:endParaRPr lang="en-IN" sz="2900" kern="1200"/>
        </a:p>
      </dsp:txBody>
      <dsp:txXfrm>
        <a:off x="410434" y="4305806"/>
        <a:ext cx="4613901" cy="538340"/>
      </dsp:txXfrm>
    </dsp:sp>
    <dsp:sp modelId="{E2913CAB-D615-49D2-9BC5-06D93EAFC053}">
      <dsp:nvSpPr>
        <dsp:cNvPr id="0" name=""/>
        <dsp:cNvSpPr/>
      </dsp:nvSpPr>
      <dsp:spPr>
        <a:xfrm>
          <a:off x="73971" y="4238513"/>
          <a:ext cx="672926" cy="6729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025FA-5900-48D9-B4D1-49F2F0717AA8}">
      <dsp:nvSpPr>
        <dsp:cNvPr id="0" name=""/>
        <dsp:cNvSpPr/>
      </dsp:nvSpPr>
      <dsp:spPr>
        <a:xfrm>
          <a:off x="0" y="662236"/>
          <a:ext cx="954505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Businesses often struggle to </a:t>
          </a:r>
          <a:r>
            <a:rPr lang="en-US" sz="3200" b="1" kern="1200"/>
            <a:t>identify which product categories generate the highest revenue</a:t>
          </a:r>
          <a:r>
            <a:rPr lang="en-US" sz="3200" kern="1200"/>
            <a:t>..</a:t>
          </a:r>
          <a:endParaRPr lang="en-IN" sz="3200" kern="1200"/>
        </a:p>
      </dsp:txBody>
      <dsp:txXfrm>
        <a:off x="55744" y="717980"/>
        <a:ext cx="9433564" cy="1030432"/>
      </dsp:txXfrm>
    </dsp:sp>
    <dsp:sp modelId="{76A422C4-FD3C-4E60-81AB-CFCCAA93B15D}">
      <dsp:nvSpPr>
        <dsp:cNvPr id="0" name=""/>
        <dsp:cNvSpPr/>
      </dsp:nvSpPr>
      <dsp:spPr>
        <a:xfrm>
          <a:off x="0" y="1896316"/>
          <a:ext cx="954505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Lack of clarity on </a:t>
          </a:r>
          <a:r>
            <a:rPr lang="en-US" sz="3200" b="1" kern="1200"/>
            <a:t>high‑value customer segments</a:t>
          </a:r>
          <a:r>
            <a:rPr lang="en-US" sz="3200" kern="1200"/>
            <a:t> makes marketing less effective</a:t>
          </a:r>
          <a:endParaRPr lang="en-IN" sz="3200" kern="1200"/>
        </a:p>
      </dsp:txBody>
      <dsp:txXfrm>
        <a:off x="55744" y="1952060"/>
        <a:ext cx="9433564" cy="1030432"/>
      </dsp:txXfrm>
    </dsp:sp>
    <dsp:sp modelId="{C921BD61-8187-466B-96B3-B01CA931A1F8}">
      <dsp:nvSpPr>
        <dsp:cNvPr id="0" name=""/>
        <dsp:cNvSpPr/>
      </dsp:nvSpPr>
      <dsp:spPr>
        <a:xfrm>
          <a:off x="0" y="3130396"/>
          <a:ext cx="954505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Inefficient </a:t>
          </a:r>
          <a:r>
            <a:rPr lang="en-US" sz="3200" b="1" kern="1200"/>
            <a:t>inventory planning</a:t>
          </a:r>
          <a:r>
            <a:rPr lang="en-US" sz="3200" kern="1200"/>
            <a:t> due to unclear category and seasonal trends.</a:t>
          </a:r>
          <a:endParaRPr lang="en-IN" sz="3200" kern="1200"/>
        </a:p>
      </dsp:txBody>
      <dsp:txXfrm>
        <a:off x="55744" y="3186140"/>
        <a:ext cx="9433564" cy="10304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50398-B367-4D30-A0F8-A56C513DD8AB}">
      <dsp:nvSpPr>
        <dsp:cNvPr id="0" name=""/>
        <dsp:cNvSpPr/>
      </dsp:nvSpPr>
      <dsp:spPr>
        <a:xfrm>
          <a:off x="0" y="0"/>
          <a:ext cx="5708615" cy="917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 </a:t>
          </a:r>
          <a:r>
            <a:rPr lang="en-IN" sz="3600" b="1" kern="1200" dirty="0"/>
            <a:t>Data Understanding</a:t>
          </a:r>
          <a:endParaRPr lang="en-IN" sz="3600" kern="1200" dirty="0"/>
        </a:p>
      </dsp:txBody>
      <dsp:txXfrm>
        <a:off x="44778" y="44778"/>
        <a:ext cx="5619059" cy="8277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4A23A4-1AC9-4381-9BE4-31700F85ADE4}">
      <dsp:nvSpPr>
        <dsp:cNvPr id="0" name=""/>
        <dsp:cNvSpPr/>
      </dsp:nvSpPr>
      <dsp:spPr>
        <a:xfrm>
          <a:off x="-5734839" y="-877794"/>
          <a:ext cx="6827652" cy="6827652"/>
        </a:xfrm>
        <a:prstGeom prst="blockArc">
          <a:avLst>
            <a:gd name="adj1" fmla="val 18900000"/>
            <a:gd name="adj2" fmla="val 2700000"/>
            <a:gd name="adj3" fmla="val 31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D8A4F-22AE-4344-AC42-87826DF18E69}">
      <dsp:nvSpPr>
        <dsp:cNvPr id="0" name=""/>
        <dsp:cNvSpPr/>
      </dsp:nvSpPr>
      <dsp:spPr>
        <a:xfrm>
          <a:off x="477689" y="316902"/>
          <a:ext cx="5566251" cy="634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40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Clothing &amp; Accessories</a:t>
          </a:r>
          <a:r>
            <a:rPr lang="en-US" sz="2100" b="0" kern="1200"/>
            <a:t> are the </a:t>
          </a:r>
          <a:r>
            <a:rPr lang="en-US" sz="2100" b="1" kern="1200"/>
            <a:t>top revenue drivers</a:t>
          </a:r>
          <a:endParaRPr lang="en-IN" sz="2100" kern="1200"/>
        </a:p>
      </dsp:txBody>
      <dsp:txXfrm>
        <a:off x="477689" y="316902"/>
        <a:ext cx="5566251" cy="634210"/>
      </dsp:txXfrm>
    </dsp:sp>
    <dsp:sp modelId="{1153E42C-E91C-439A-9D3B-4516B759418A}">
      <dsp:nvSpPr>
        <dsp:cNvPr id="0" name=""/>
        <dsp:cNvSpPr/>
      </dsp:nvSpPr>
      <dsp:spPr>
        <a:xfrm>
          <a:off x="81307" y="237626"/>
          <a:ext cx="792763" cy="7927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024C3-17F1-47C7-A8A8-5546A6380F73}">
      <dsp:nvSpPr>
        <dsp:cNvPr id="0" name=""/>
        <dsp:cNvSpPr/>
      </dsp:nvSpPr>
      <dsp:spPr>
        <a:xfrm>
          <a:off x="932146" y="1267914"/>
          <a:ext cx="5111794" cy="634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40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Age group 26–55</a:t>
          </a:r>
          <a:r>
            <a:rPr lang="en-US" sz="2100" b="0" kern="1200"/>
            <a:t> contributes the </a:t>
          </a:r>
          <a:r>
            <a:rPr lang="en-US" sz="2100" b="1" kern="1200"/>
            <a:t>highest spending</a:t>
          </a:r>
          <a:endParaRPr lang="en-IN" sz="2100" kern="1200"/>
        </a:p>
      </dsp:txBody>
      <dsp:txXfrm>
        <a:off x="932146" y="1267914"/>
        <a:ext cx="5111794" cy="634210"/>
      </dsp:txXfrm>
    </dsp:sp>
    <dsp:sp modelId="{B4476EB0-33DA-40D9-9066-46E2E35B1B4E}">
      <dsp:nvSpPr>
        <dsp:cNvPr id="0" name=""/>
        <dsp:cNvSpPr/>
      </dsp:nvSpPr>
      <dsp:spPr>
        <a:xfrm>
          <a:off x="535764" y="1188637"/>
          <a:ext cx="792763" cy="7927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2CA1D-4EE7-4E28-B426-B7144A6F2902}">
      <dsp:nvSpPr>
        <dsp:cNvPr id="0" name=""/>
        <dsp:cNvSpPr/>
      </dsp:nvSpPr>
      <dsp:spPr>
        <a:xfrm>
          <a:off x="1071627" y="2218926"/>
          <a:ext cx="4972313" cy="634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40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Female customers</a:t>
          </a:r>
          <a:r>
            <a:rPr lang="en-US" sz="2100" b="0" kern="1200"/>
            <a:t> spend slightly more per purchase than males</a:t>
          </a:r>
          <a:endParaRPr lang="en-IN" sz="2100" kern="1200"/>
        </a:p>
      </dsp:txBody>
      <dsp:txXfrm>
        <a:off x="1071627" y="2218926"/>
        <a:ext cx="4972313" cy="634210"/>
      </dsp:txXfrm>
    </dsp:sp>
    <dsp:sp modelId="{35303651-A715-4EA6-9C44-69B2523D6FCB}">
      <dsp:nvSpPr>
        <dsp:cNvPr id="0" name=""/>
        <dsp:cNvSpPr/>
      </dsp:nvSpPr>
      <dsp:spPr>
        <a:xfrm>
          <a:off x="675246" y="2139649"/>
          <a:ext cx="792763" cy="7927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36EF5-A8B0-4DB6-A313-9199AC5E68A0}">
      <dsp:nvSpPr>
        <dsp:cNvPr id="0" name=""/>
        <dsp:cNvSpPr/>
      </dsp:nvSpPr>
      <dsp:spPr>
        <a:xfrm>
          <a:off x="932146" y="3169937"/>
          <a:ext cx="5111794" cy="634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40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Winter &amp; Spring</a:t>
          </a:r>
          <a:r>
            <a:rPr lang="en-US" sz="2100" b="0" kern="1200" dirty="0"/>
            <a:t> seasons show </a:t>
          </a:r>
          <a:r>
            <a:rPr lang="en-US" sz="2100" b="1" kern="1200" dirty="0"/>
            <a:t>peak sales activity</a:t>
          </a:r>
          <a:endParaRPr lang="en-IN" sz="2100" kern="1200" dirty="0"/>
        </a:p>
      </dsp:txBody>
      <dsp:txXfrm>
        <a:off x="932146" y="3169937"/>
        <a:ext cx="5111794" cy="634210"/>
      </dsp:txXfrm>
    </dsp:sp>
    <dsp:sp modelId="{8C498BD1-EBF8-434D-A1B8-008EA89E3B53}">
      <dsp:nvSpPr>
        <dsp:cNvPr id="0" name=""/>
        <dsp:cNvSpPr/>
      </dsp:nvSpPr>
      <dsp:spPr>
        <a:xfrm>
          <a:off x="535764" y="3090661"/>
          <a:ext cx="792763" cy="7927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63565-77C2-4347-BF9F-ADABA0F34273}">
      <dsp:nvSpPr>
        <dsp:cNvPr id="0" name=""/>
        <dsp:cNvSpPr/>
      </dsp:nvSpPr>
      <dsp:spPr>
        <a:xfrm>
          <a:off x="477689" y="4120949"/>
          <a:ext cx="5566251" cy="634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340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High review ratings</a:t>
          </a:r>
          <a:r>
            <a:rPr lang="en-US" sz="2100" b="0" kern="1200"/>
            <a:t> correlate with </a:t>
          </a:r>
          <a:r>
            <a:rPr lang="en-US" sz="2100" b="1" kern="1200"/>
            <a:t>repeat purchases</a:t>
          </a:r>
          <a:endParaRPr lang="en-IN" sz="2100" kern="1200"/>
        </a:p>
      </dsp:txBody>
      <dsp:txXfrm>
        <a:off x="477689" y="4120949"/>
        <a:ext cx="5566251" cy="634210"/>
      </dsp:txXfrm>
    </dsp:sp>
    <dsp:sp modelId="{6D9916F3-2FFD-4FCD-8D67-5300B0DDEBDB}">
      <dsp:nvSpPr>
        <dsp:cNvPr id="0" name=""/>
        <dsp:cNvSpPr/>
      </dsp:nvSpPr>
      <dsp:spPr>
        <a:xfrm>
          <a:off x="81307" y="4041673"/>
          <a:ext cx="792763" cy="7927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032E9-D833-4BF8-A9D6-111B6146E32A}">
      <dsp:nvSpPr>
        <dsp:cNvPr id="0" name=""/>
        <dsp:cNvSpPr/>
      </dsp:nvSpPr>
      <dsp:spPr>
        <a:xfrm>
          <a:off x="0" y="8069"/>
          <a:ext cx="6175729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Focus on high‑revenue categories</a:t>
          </a:r>
          <a:r>
            <a:rPr lang="en-US" sz="2000" kern="1200"/>
            <a:t> (Clothing &amp; Accessories) for marketing and inventory planning</a:t>
          </a:r>
          <a:endParaRPr lang="en-IN" sz="2000" kern="1200"/>
        </a:p>
      </dsp:txBody>
      <dsp:txXfrm>
        <a:off x="34840" y="42909"/>
        <a:ext cx="6106049" cy="644020"/>
      </dsp:txXfrm>
    </dsp:sp>
    <dsp:sp modelId="{A2E5BDF2-A4E1-455C-8FF4-2D7ECA7F49A3}">
      <dsp:nvSpPr>
        <dsp:cNvPr id="0" name=""/>
        <dsp:cNvSpPr/>
      </dsp:nvSpPr>
      <dsp:spPr>
        <a:xfrm>
          <a:off x="0" y="779369"/>
          <a:ext cx="6175729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Target 26–55 age group</a:t>
          </a:r>
        </a:p>
      </dsp:txBody>
      <dsp:txXfrm>
        <a:off x="34840" y="814209"/>
        <a:ext cx="6106049" cy="644020"/>
      </dsp:txXfrm>
    </dsp:sp>
    <dsp:sp modelId="{E98FD16F-3417-4D03-80E9-B86F39E56CF7}">
      <dsp:nvSpPr>
        <dsp:cNvPr id="0" name=""/>
        <dsp:cNvSpPr/>
      </dsp:nvSpPr>
      <dsp:spPr>
        <a:xfrm>
          <a:off x="0" y="1550669"/>
          <a:ext cx="6175729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Engage female customers</a:t>
          </a:r>
          <a:r>
            <a:rPr lang="en-US" sz="2000" kern="1200"/>
            <a:t> through loyalty programs and personalized offers</a:t>
          </a:r>
          <a:endParaRPr lang="en-IN" sz="2000" kern="1200"/>
        </a:p>
      </dsp:txBody>
      <dsp:txXfrm>
        <a:off x="34840" y="1585509"/>
        <a:ext cx="6106049" cy="644020"/>
      </dsp:txXfrm>
    </dsp:sp>
    <dsp:sp modelId="{FEC3A9D6-BEF5-451F-BA35-246672291D27}">
      <dsp:nvSpPr>
        <dsp:cNvPr id="0" name=""/>
        <dsp:cNvSpPr/>
      </dsp:nvSpPr>
      <dsp:spPr>
        <a:xfrm>
          <a:off x="0" y="2321969"/>
          <a:ext cx="6175729" cy="713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Plan inventory around seasonal peaks</a:t>
          </a:r>
          <a:r>
            <a:rPr lang="en-US" sz="2000" kern="1200"/>
            <a:t> </a:t>
          </a:r>
          <a:endParaRPr lang="en-IN" sz="2000" kern="1200"/>
        </a:p>
      </dsp:txBody>
      <dsp:txXfrm>
        <a:off x="34840" y="2356809"/>
        <a:ext cx="6106049" cy="6440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C4EE77-9A9F-4F38-8795-BCF1B3C98149}">
      <dsp:nvSpPr>
        <dsp:cNvPr id="0" name=""/>
        <dsp:cNvSpPr/>
      </dsp:nvSpPr>
      <dsp:spPr>
        <a:xfrm>
          <a:off x="0" y="0"/>
          <a:ext cx="6583780" cy="10448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 dirty="0"/>
            <a:t>    Recommendation</a:t>
          </a:r>
        </a:p>
      </dsp:txBody>
      <dsp:txXfrm>
        <a:off x="51003" y="51003"/>
        <a:ext cx="6481774" cy="942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9D81-AFD0-F002-717C-24388A6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59F74-FA53-3541-1E0C-546CC833A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0327C-EF94-C8A5-DC97-16D8C9771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A92D9-5C3D-3C71-84D4-CAB64ACFD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9876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69" r:id="rId4"/>
    <p:sldLayoutId id="2147483655" r:id="rId5"/>
    <p:sldLayoutId id="2147483651" r:id="rId6"/>
    <p:sldLayoutId id="2147483662" r:id="rId7"/>
    <p:sldLayoutId id="214748367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242" y="1427749"/>
            <a:ext cx="6132956" cy="3429000"/>
          </a:xfrm>
        </p:spPr>
        <p:txBody>
          <a:bodyPr lIns="0" anchor="b" anchorCtr="0">
            <a:normAutofit/>
          </a:bodyPr>
          <a:lstStyle/>
          <a:p>
            <a:r>
              <a:rPr lang="en-US" sz="4400" dirty="0"/>
              <a:t>Unlocking Profits: Ranking Product Categories &amp; Customer Segments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64878" y="4782350"/>
            <a:ext cx="4912598" cy="914400"/>
          </a:xfrm>
        </p:spPr>
        <p:txBody>
          <a:bodyPr/>
          <a:lstStyle/>
          <a:p>
            <a:r>
              <a:rPr lang="en-US" dirty="0"/>
              <a:t>Presenter: Kushle Thaneshwar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7368198" y="1044948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83AF-3CF2-C548-764A-DBD28577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852" y="1085716"/>
            <a:ext cx="4463715" cy="2343284"/>
          </a:xfrm>
        </p:spPr>
        <p:txBody>
          <a:bodyPr>
            <a:normAutofit/>
          </a:bodyPr>
          <a:lstStyle/>
          <a:p>
            <a:r>
              <a:rPr lang="en-IN" sz="4800" dirty="0"/>
              <a:t>Agenda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B8F0629-DE26-E305-711A-CA0FB148DC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1796399"/>
              </p:ext>
            </p:extLst>
          </p:nvPr>
        </p:nvGraphicFramePr>
        <p:xfrm>
          <a:off x="5105403" y="956511"/>
          <a:ext cx="5096097" cy="5113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7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718" y="-411480"/>
            <a:ext cx="5762324" cy="2103120"/>
          </a:xfrm>
          <a:noFill/>
        </p:spPr>
        <p:txBody>
          <a:bodyPr anchor="b" anchorCtr="0">
            <a:noAutofit/>
          </a:bodyPr>
          <a:lstStyle/>
          <a:p>
            <a:r>
              <a:rPr lang="en-IN" sz="4400" u="sng" dirty="0"/>
              <a:t>Problem Statement</a:t>
            </a:r>
            <a:endParaRPr lang="en-US" sz="4400" u="sng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6BF0A4B-3AA6-60E4-3C3D-E1F464FB0E22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447195087"/>
              </p:ext>
            </p:extLst>
          </p:nvPr>
        </p:nvGraphicFramePr>
        <p:xfrm>
          <a:off x="1649117" y="1283368"/>
          <a:ext cx="9545052" cy="4934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54AB-9AF8-86BA-F940-41B87321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F268C6DE-7113-6C83-A7C5-59A0F1D35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1341572"/>
              </p:ext>
            </p:extLst>
          </p:nvPr>
        </p:nvGraphicFramePr>
        <p:xfrm>
          <a:off x="801366" y="304800"/>
          <a:ext cx="5708615" cy="917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E3C9-76C4-440D-8822-42A845EA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79A4A-2A8F-E961-7489-EE72E1BF16A7}"/>
              </a:ext>
            </a:extLst>
          </p:cNvPr>
          <p:cNvSpPr txBox="1"/>
          <p:nvPr/>
        </p:nvSpPr>
        <p:spPr>
          <a:xfrm>
            <a:off x="699659" y="1375097"/>
            <a:ext cx="10953102" cy="261610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Source: Shopping behaviour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Shape: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3,900 rows × 16 columns</a:t>
            </a:r>
            <a:r>
              <a:rPr lang="en-IN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Null values: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Duplicates Values: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Key Features: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Category, Gender, Age, Purchase Amount USD , Season, Previous Purchases, Subscription, Payment Method.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/>
          </a:p>
          <a:p>
            <a:endParaRPr lang="en-IN" sz="1800" dirty="0">
              <a:solidFill>
                <a:schemeClr val="bg1">
                  <a:lumMod val="95000"/>
                </a:schemeClr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D855CA10-4A7D-8AFB-14DD-BF7165C30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Category, Gender, Age, Purchase Amount, Review Rating, Previous Purchases, Subscription, Payment Method, Season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59C3E35-C008-21B9-15EA-0CA881E061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658" y="3306445"/>
            <a:ext cx="11212493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4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4184-917F-0033-7424-3DDFB6A6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4671-63BD-4062-E77D-274F0BB5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7958" y="-354842"/>
            <a:ext cx="6196083" cy="1213968"/>
          </a:xfrm>
          <a:noFill/>
        </p:spPr>
        <p:txBody>
          <a:bodyPr anchor="b" anchorCtr="0">
            <a:noAutofit/>
          </a:bodyPr>
          <a:lstStyle/>
          <a:p>
            <a:r>
              <a:rPr lang="en-IN" sz="4400" dirty="0"/>
              <a:t>   </a:t>
            </a:r>
            <a:r>
              <a:rPr lang="en-IN" sz="4400" u="sng" dirty="0"/>
              <a:t>Univariate Analysis</a:t>
            </a:r>
            <a:endParaRPr lang="en-US" sz="4400" u="sng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B7E3220-8D4A-9FA7-727C-CE1BABB52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03" y="982639"/>
            <a:ext cx="5569496" cy="488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F1C791-5552-B29A-518C-6AA142E76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85" y="982639"/>
            <a:ext cx="5765112" cy="488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3E6F-A8AF-8324-C7E0-463662E3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9F2C-2146-88CC-700F-DDAD9509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831" y="-1051560"/>
            <a:ext cx="5762324" cy="2103120"/>
          </a:xfrm>
          <a:noFill/>
        </p:spPr>
        <p:txBody>
          <a:bodyPr anchor="b" anchorCtr="0">
            <a:noAutofit/>
          </a:bodyPr>
          <a:lstStyle/>
          <a:p>
            <a:pPr algn="ctr"/>
            <a:r>
              <a:rPr lang="en-US" sz="4400" dirty="0"/>
              <a:t>  </a:t>
            </a:r>
            <a:r>
              <a:rPr lang="en-US" sz="4400" u="sng" dirty="0"/>
              <a:t>Histogram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B85CA5-803C-952B-492C-4CF5B443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  <p:pic>
        <p:nvPicPr>
          <p:cNvPr id="4118" name="Picture 22">
            <a:extLst>
              <a:ext uri="{FF2B5EF4-FFF2-40B4-BE49-F238E27FC236}">
                <a16:creationId xmlns:a16="http://schemas.microsoft.com/office/drawing/2014/main" id="{740A60F2-88DD-992D-2246-A43DF04E7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147" y="1214651"/>
            <a:ext cx="7177549" cy="483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F2AEE6-65F2-1DF4-3C67-EF734F7402BF}"/>
              </a:ext>
            </a:extLst>
          </p:cNvPr>
          <p:cNvSpPr txBox="1"/>
          <p:nvPr/>
        </p:nvSpPr>
        <p:spPr>
          <a:xfrm>
            <a:off x="5628967" y="2448232"/>
            <a:ext cx="91440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D0DB2-E1D1-D84F-0ACA-BFE78AA96607}"/>
              </a:ext>
            </a:extLst>
          </p:cNvPr>
          <p:cNvSpPr txBox="1"/>
          <p:nvPr/>
        </p:nvSpPr>
        <p:spPr>
          <a:xfrm>
            <a:off x="5628967" y="2448232"/>
            <a:ext cx="91440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A8DA8-A11E-E80E-7D00-236543903927}"/>
              </a:ext>
            </a:extLst>
          </p:cNvPr>
          <p:cNvSpPr txBox="1"/>
          <p:nvPr/>
        </p:nvSpPr>
        <p:spPr>
          <a:xfrm>
            <a:off x="5628967" y="2448232"/>
            <a:ext cx="91440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2DF75-90CD-23AA-A39E-36911A2B436D}"/>
              </a:ext>
            </a:extLst>
          </p:cNvPr>
          <p:cNvSpPr txBox="1"/>
          <p:nvPr/>
        </p:nvSpPr>
        <p:spPr>
          <a:xfrm>
            <a:off x="2164137" y="2025445"/>
            <a:ext cx="18473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769797-13DD-00AE-F036-5728543FEDE1}"/>
              </a:ext>
            </a:extLst>
          </p:cNvPr>
          <p:cNvSpPr txBox="1"/>
          <p:nvPr/>
        </p:nvSpPr>
        <p:spPr>
          <a:xfrm>
            <a:off x="438191" y="2126062"/>
            <a:ext cx="4168876" cy="28315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Most purchases fall within a mid-range bracket</a:t>
            </a:r>
            <a:r>
              <a:rPr lang="en-US" sz="2000" dirty="0">
                <a:solidFill>
                  <a:schemeClr val="bg1"/>
                </a:solidFill>
              </a:rPr>
              <a:t>, indicating a common spending pattern among customers</a:t>
            </a:r>
            <a:r>
              <a:rPr lang="en-US" sz="2000" dirty="0"/>
              <a:t>.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The smooth curve (KDE) reveals the overall trend</a:t>
            </a:r>
            <a:r>
              <a:rPr lang="en-US" sz="2000" dirty="0">
                <a:solidFill>
                  <a:schemeClr val="bg1"/>
                </a:solidFill>
              </a:rPr>
              <a:t>, helping identify typical purchase behavior and potential outliers.</a:t>
            </a:r>
            <a:endParaRPr lang="en-US" sz="2000" b="1" dirty="0">
              <a:solidFill>
                <a:schemeClr val="bg1"/>
              </a:solidFill>
            </a:endParaRPr>
          </a:p>
          <a:p>
            <a:pPr marL="285750" indent="-28575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425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81B9D-B057-2828-92A0-4D8CF5F4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EF32-A435-BE2C-15DF-D14C25FB5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498" y="-2000619"/>
            <a:ext cx="8717003" cy="3470295"/>
          </a:xfrm>
          <a:noFill/>
        </p:spPr>
        <p:txBody>
          <a:bodyPr anchor="b" anchorCtr="0">
            <a:noAutofit/>
          </a:bodyPr>
          <a:lstStyle/>
          <a:p>
            <a:r>
              <a:rPr lang="en-US" sz="4400" dirty="0"/>
              <a:t>      </a:t>
            </a:r>
            <a:r>
              <a:rPr lang="en-US" b="0" dirty="0"/>
              <a:t>seasons show </a:t>
            </a:r>
            <a:r>
              <a:rPr lang="en-US" dirty="0"/>
              <a:t>peak sales activity</a:t>
            </a:r>
            <a:br>
              <a:rPr lang="en-IN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53BF55-ABDF-B1D8-9445-E2C0FA99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C1FFEBE-08B0-810D-EC50-BBA3A7B4D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920" y="1201003"/>
            <a:ext cx="5786802" cy="46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D4AE68-0687-614D-8B47-B4A04C337A4B}"/>
              </a:ext>
            </a:extLst>
          </p:cNvPr>
          <p:cNvSpPr txBox="1"/>
          <p:nvPr/>
        </p:nvSpPr>
        <p:spPr>
          <a:xfrm>
            <a:off x="1280298" y="1564640"/>
            <a:ext cx="4510902" cy="50783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Spring has the highest count</a:t>
            </a:r>
            <a:r>
              <a:rPr lang="en-US" sz="2400" dirty="0">
                <a:solidFill>
                  <a:schemeClr val="bg1"/>
                </a:solidFill>
              </a:rPr>
              <a:t>, slightly above other seasons, indicating peak activity or engagement during that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All seasons show similar distribution</a:t>
            </a:r>
            <a:r>
              <a:rPr lang="en-US" sz="2400" dirty="0">
                <a:solidFill>
                  <a:schemeClr val="bg1"/>
                </a:solidFill>
              </a:rPr>
              <a:t>, suggesting balanced seasonal performance with no major drop-offs.</a:t>
            </a:r>
            <a:endParaRPr lang="en-US" sz="24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53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95D8-108B-A783-2807-165D7FDF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4186-9DDF-4C33-5A8C-F1CABA397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808" y="-286605"/>
            <a:ext cx="5432383" cy="1186673"/>
          </a:xfrm>
          <a:noFill/>
        </p:spPr>
        <p:txBody>
          <a:bodyPr anchor="b" anchorCtr="0">
            <a:noAutofit/>
          </a:bodyPr>
          <a:lstStyle/>
          <a:p>
            <a:r>
              <a:rPr lang="en-IN" sz="4400" u="sng" dirty="0"/>
              <a:t>Bivariate Analysis</a:t>
            </a:r>
            <a:endParaRPr lang="en-US" sz="4400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13C02-016D-4889-F774-9F3D4B56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  <p:pic>
        <p:nvPicPr>
          <p:cNvPr id="6156" name="Picture 12">
            <a:extLst>
              <a:ext uri="{FF2B5EF4-FFF2-40B4-BE49-F238E27FC236}">
                <a16:creationId xmlns:a16="http://schemas.microsoft.com/office/drawing/2014/main" id="{44225084-A000-1E0E-AC85-A198CD22B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1" y="1285875"/>
            <a:ext cx="5432383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>
            <a:extLst>
              <a:ext uri="{FF2B5EF4-FFF2-40B4-BE49-F238E27FC236}">
                <a16:creationId xmlns:a16="http://schemas.microsoft.com/office/drawing/2014/main" id="{F2189EEA-CF95-B62F-7251-78DB4507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458" y="1285875"/>
            <a:ext cx="586733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65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2558-9121-4536-62AA-2FAF3963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02CA-4C8B-4472-2E5B-3E1CB4F6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838" y="-1211580"/>
            <a:ext cx="5762324" cy="2103120"/>
          </a:xfrm>
          <a:noFill/>
        </p:spPr>
        <p:txBody>
          <a:bodyPr anchor="b" anchorCtr="0">
            <a:noAutofit/>
          </a:bodyPr>
          <a:lstStyle/>
          <a:p>
            <a:r>
              <a:rPr lang="en-US" sz="3200" u="sng" dirty="0" err="1"/>
              <a:t>Bargraph</a:t>
            </a:r>
            <a:r>
              <a:rPr lang="en-US" sz="3200" u="sng" dirty="0"/>
              <a:t> and scatter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91179B-F038-D1F4-5694-227AD6D8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47097A6-41EF-7204-6973-F3513AB95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1157288"/>
            <a:ext cx="5386387" cy="441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799EC20-2F75-C8F4-84A6-593139F50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031" y="1157288"/>
            <a:ext cx="6055368" cy="441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86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4889-75AC-7800-A6ED-A32A73AC1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FBF0-705E-5AEE-760C-37772B1D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582" y="-1051560"/>
            <a:ext cx="10328836" cy="2103120"/>
          </a:xfrm>
          <a:noFill/>
        </p:spPr>
        <p:txBody>
          <a:bodyPr anchor="b" anchorCtr="0">
            <a:noAutofit/>
          </a:bodyPr>
          <a:lstStyle/>
          <a:p>
            <a:r>
              <a:rPr lang="en-US" sz="3200" u="sng" dirty="0"/>
              <a:t>Heatmap: Correlation Between Numerical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2A107-7020-9425-F4BE-77D30493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6A17A5EF-1C75-14EC-E6F9-3C6801B9D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240" y="1350169"/>
            <a:ext cx="5530178" cy="441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EE87FD-30D3-CAB7-D0AB-0BA44B51AE44}"/>
              </a:ext>
            </a:extLst>
          </p:cNvPr>
          <p:cNvSpPr txBox="1"/>
          <p:nvPr/>
        </p:nvSpPr>
        <p:spPr>
          <a:xfrm>
            <a:off x="660400" y="1859339"/>
            <a:ext cx="4490720" cy="31393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Purpose</a:t>
            </a:r>
            <a:r>
              <a:rPr lang="en-US" dirty="0">
                <a:solidFill>
                  <a:schemeClr val="bg1"/>
                </a:solidFill>
              </a:rPr>
              <a:t> → The heatmap shows how strongly numerical features are related to each other, with values ranging from -1 (negative correlation) to +1 (positive correlation).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Insight</a:t>
            </a:r>
            <a:r>
              <a:rPr lang="en-US" dirty="0">
                <a:solidFill>
                  <a:schemeClr val="bg1"/>
                </a:solidFill>
              </a:rPr>
              <a:t> → By looking at the colors and numbers, we can quickly spot which variables move together (strong correlation) and which are independent (weak correlation).</a:t>
            </a:r>
          </a:p>
          <a:p>
            <a:pPr marL="285750" indent="-28575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23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6520-CF8A-09FB-A821-5247E937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313" y="2423159"/>
            <a:ext cx="2528887" cy="1005841"/>
          </a:xfrm>
        </p:spPr>
        <p:txBody>
          <a:bodyPr>
            <a:normAutofit/>
          </a:bodyPr>
          <a:lstStyle/>
          <a:p>
            <a:r>
              <a:rPr lang="en-IN" dirty="0"/>
              <a:t> Insights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A0CC48-B5D5-0048-387C-1DB7892F80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2503834"/>
              </p:ext>
            </p:extLst>
          </p:nvPr>
        </p:nvGraphicFramePr>
        <p:xfrm>
          <a:off x="5248277" y="892968"/>
          <a:ext cx="6115049" cy="5072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657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B9B94FA-A9AC-B5DC-8DCF-0156F6640BA2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2078079686"/>
              </p:ext>
            </p:extLst>
          </p:nvPr>
        </p:nvGraphicFramePr>
        <p:xfrm>
          <a:off x="3465575" y="2085474"/>
          <a:ext cx="6175729" cy="3043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12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DB6A431-F7BE-C216-09AD-D18FC203BD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4994774"/>
              </p:ext>
            </p:extLst>
          </p:nvPr>
        </p:nvGraphicFramePr>
        <p:xfrm>
          <a:off x="3057525" y="325931"/>
          <a:ext cx="6583780" cy="1045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473486E-6880-4F40-DCC7-83C24AC57950}"/>
              </a:ext>
            </a:extLst>
          </p:cNvPr>
          <p:cNvSpPr txBox="1"/>
          <p:nvPr/>
        </p:nvSpPr>
        <p:spPr>
          <a:xfrm>
            <a:off x="2522207" y="5843087"/>
            <a:ext cx="8062464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Expected Impact: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Applying these strategies can unlock ~20–30% profit margin</a:t>
            </a:r>
            <a:r>
              <a:rPr lang="en-US" dirty="0"/>
              <a:t>.</a:t>
            </a: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587" y="1325880"/>
            <a:ext cx="6061587" cy="2103120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602F1-5901-FE97-6F13-6CF2BD91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B87815A9-99DC-B591-85D3-6C1BD75FD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214" y="1754075"/>
            <a:ext cx="5394960" cy="2103120"/>
          </a:xfrm>
        </p:spPr>
        <p:txBody>
          <a:bodyPr>
            <a:norm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18075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258</TotalTime>
  <Words>411</Words>
  <Application>Microsoft Office PowerPoint</Application>
  <PresentationFormat>Widescreen</PresentationFormat>
  <Paragraphs>64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Unlocking Profits: Ranking Product Categories &amp; Customer Segments</vt:lpstr>
      <vt:lpstr>Agenda</vt:lpstr>
      <vt:lpstr>Problem Statement</vt:lpstr>
      <vt:lpstr>PowerPoint Presentation</vt:lpstr>
      <vt:lpstr>   Univariate Analysis</vt:lpstr>
      <vt:lpstr>  Histogram</vt:lpstr>
      <vt:lpstr>      seasons show peak sales activity </vt:lpstr>
      <vt:lpstr>Bivariate Analysis</vt:lpstr>
      <vt:lpstr>Bargraph and scatter plot</vt:lpstr>
      <vt:lpstr>Heatmap: Correlation Between Numerical Features</vt:lpstr>
      <vt:lpstr> Insights</vt:lpstr>
      <vt:lpstr>PowerPoint Presentation</vt:lpstr>
      <vt:lpstr>Questions??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thaneshwar kushle</dc:creator>
  <cp:lastModifiedBy>thaneshwar kushle</cp:lastModifiedBy>
  <cp:revision>8</cp:revision>
  <dcterms:created xsi:type="dcterms:W3CDTF">2025-11-20T18:21:22Z</dcterms:created>
  <dcterms:modified xsi:type="dcterms:W3CDTF">2025-11-21T07:08:09Z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